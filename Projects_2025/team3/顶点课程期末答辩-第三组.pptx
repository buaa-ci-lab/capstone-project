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3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4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5814" r:id="rId3"/>
    <p:sldId id="5815" r:id="rId4"/>
    <p:sldId id="5810" r:id="rId5"/>
    <p:sldId id="5830" r:id="rId6"/>
    <p:sldId id="5840" r:id="rId7"/>
    <p:sldId id="5811" r:id="rId8"/>
    <p:sldId id="5817" r:id="rId9"/>
    <p:sldId id="5831" r:id="rId10"/>
    <p:sldId id="5832" r:id="rId11"/>
    <p:sldId id="5834" r:id="rId12"/>
    <p:sldId id="5835" r:id="rId13"/>
    <p:sldId id="5836" r:id="rId14"/>
    <p:sldId id="5833" r:id="rId15"/>
    <p:sldId id="5841" r:id="rId16"/>
    <p:sldId id="5842" r:id="rId17"/>
    <p:sldId id="5843" r:id="rId18"/>
    <p:sldId id="5844" r:id="rId19"/>
    <p:sldId id="5845" r:id="rId20"/>
    <p:sldId id="5846" r:id="rId21"/>
    <p:sldId id="5847" r:id="rId22"/>
    <p:sldId id="5848" r:id="rId23"/>
    <p:sldId id="5837" r:id="rId24"/>
    <p:sldId id="5822" r:id="rId25"/>
    <p:sldId id="5838" r:id="rId26"/>
    <p:sldId id="5813" r:id="rId27"/>
    <p:sldId id="5826" r:id="rId28"/>
    <p:sldId id="5827" r:id="rId29"/>
    <p:sldId id="5839" r:id="rId30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9480"/>
    <a:srgbClr val="5D8F85"/>
    <a:srgbClr val="309481"/>
    <a:srgbClr val="003C8B"/>
    <a:srgbClr val="D3EEE9"/>
    <a:srgbClr val="22809E"/>
    <a:srgbClr val="3C91A0"/>
    <a:srgbClr val="26599C"/>
    <a:srgbClr val="39B099"/>
    <a:srgbClr val="2A91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71" autoAdjust="0"/>
    <p:restoredTop sz="95652" autoAdjust="0"/>
  </p:normalViewPr>
  <p:slideViewPr>
    <p:cSldViewPr snapToGrid="0" showGuides="1">
      <p:cViewPr varScale="1">
        <p:scale>
          <a:sx n="98" d="100"/>
          <a:sy n="98" d="100"/>
        </p:scale>
        <p:origin x="48" y="220"/>
      </p:cViewPr>
      <p:guideLst>
        <p:guide pos="3840"/>
        <p:guide orient="horz" pos="213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F67BDE9-2D55-407C-98B2-E2DF74583E41}" type="datetimeFigureOut">
              <a:rPr lang="zh-CN" altLang="en-US" smtClean="0"/>
              <a:t>2026/1/7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2BD924A-1BD4-4D96-AE1B-CA9C4B79CE3E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D924A-1BD4-4D96-AE1B-CA9C4B79CE3E}" type="slidenum">
              <a:rPr lang="zh-CN" altLang="en-US" smtClean="0"/>
              <a:t>1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D924A-1BD4-4D96-AE1B-CA9C4B79CE3E}" type="slidenum">
              <a:rPr lang="zh-CN" altLang="en-US" smtClean="0"/>
              <a:t>2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D924A-1BD4-4D96-AE1B-CA9C4B79CE3E}" type="slidenum">
              <a:rPr lang="zh-CN" altLang="en-US" smtClean="0"/>
              <a:t>4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D924A-1BD4-4D96-AE1B-CA9C4B79CE3E}" type="slidenum">
              <a:rPr lang="zh-CN" altLang="en-US" smtClean="0"/>
              <a:t>7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D924A-1BD4-4D96-AE1B-CA9C4B79CE3E}" type="slidenum">
              <a:rPr lang="zh-CN" altLang="en-US" smtClean="0"/>
              <a:t>26</a:t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 userDrawn="1"/>
        </p:nvGrpSpPr>
        <p:grpSpPr>
          <a:xfrm>
            <a:off x="-13594" y="0"/>
            <a:ext cx="12201063" cy="2655066"/>
            <a:chOff x="-9063" y="2259345"/>
            <a:chExt cx="12201063" cy="2655066"/>
          </a:xfrm>
        </p:grpSpPr>
        <p:pic>
          <p:nvPicPr>
            <p:cNvPr id="22" name="Picture 6" descr="http://thepaper-prod-oldimagefromnfs.oss-cn-shanghai.aliyuncs.com/image/36/444/102.jpg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" t="-51" r="-5" b="67386"/>
            <a:stretch>
              <a:fillRect/>
            </a:stretch>
          </p:blipFill>
          <p:spPr bwMode="auto">
            <a:xfrm>
              <a:off x="0" y="2259345"/>
              <a:ext cx="12192000" cy="26550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矩形 22"/>
            <p:cNvSpPr/>
            <p:nvPr userDrawn="1"/>
          </p:nvSpPr>
          <p:spPr>
            <a:xfrm>
              <a:off x="-9063" y="2259345"/>
              <a:ext cx="12201062" cy="26550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+mn-ea"/>
                <a:ea typeface="+mn-ea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0" y="2372478"/>
            <a:ext cx="12201062" cy="4485522"/>
            <a:chOff x="-9062" y="1894960"/>
            <a:chExt cx="12201062" cy="4485522"/>
          </a:xfrm>
        </p:grpSpPr>
        <p:pic>
          <p:nvPicPr>
            <p:cNvPr id="19" name="Picture 6" descr="http://thepaper-prod-oldimagefromnfs.oss-cn-shanghai.aliyuncs.com/image/36/444/102.jpg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" t="10675" r="-5" b="34293"/>
            <a:stretch>
              <a:fillRect/>
            </a:stretch>
          </p:blipFill>
          <p:spPr bwMode="auto">
            <a:xfrm>
              <a:off x="-9062" y="1907463"/>
              <a:ext cx="12192000" cy="44730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矩形 19"/>
            <p:cNvSpPr/>
            <p:nvPr userDrawn="1"/>
          </p:nvSpPr>
          <p:spPr>
            <a:xfrm>
              <a:off x="-9062" y="1894960"/>
              <a:ext cx="12201062" cy="4485522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+mn-ea"/>
                <a:ea typeface="+mn-ea"/>
              </a:endParaRPr>
            </a:p>
          </p:txBody>
        </p:sp>
      </p:grpSp>
      <p:sp>
        <p:nvSpPr>
          <p:cNvPr id="13" name="矩形 12"/>
          <p:cNvSpPr/>
          <p:nvPr userDrawn="1"/>
        </p:nvSpPr>
        <p:spPr>
          <a:xfrm>
            <a:off x="0" y="1649743"/>
            <a:ext cx="12187468" cy="1999209"/>
          </a:xfrm>
          <a:prstGeom prst="rect">
            <a:avLst/>
          </a:prstGeom>
          <a:gradFill flip="none" rotWithShape="1">
            <a:gsLst>
              <a:gs pos="46000">
                <a:srgbClr val="1D7692"/>
              </a:gs>
              <a:gs pos="96000">
                <a:srgbClr val="003C8B">
                  <a:alpha val="85000"/>
                </a:srgbClr>
              </a:gs>
              <a:gs pos="0">
                <a:srgbClr val="39B099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39550" y="2015538"/>
            <a:ext cx="10294776" cy="1311965"/>
          </a:xfrm>
          <a:prstGeom prst="rect">
            <a:avLst/>
          </a:prstGeom>
        </p:spPr>
        <p:txBody>
          <a:bodyPr anchor="ctr"/>
          <a:lstStyle>
            <a:lvl1pPr algn="ctr">
              <a:defRPr sz="6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8531" y="4345244"/>
            <a:ext cx="9144000" cy="152737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 b="1">
                <a:solidFill>
                  <a:srgbClr val="003C8B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917203" y="518762"/>
            <a:ext cx="2357594" cy="667477"/>
            <a:chOff x="9644502" y="109966"/>
            <a:chExt cx="2357594" cy="667477"/>
          </a:xfrm>
          <a:noFill/>
        </p:grpSpPr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45" r="53350"/>
            <a:stretch>
              <a:fillRect/>
            </a:stretch>
          </p:blipFill>
          <p:spPr>
            <a:xfrm>
              <a:off x="11299485" y="109966"/>
              <a:ext cx="702611" cy="667477"/>
            </a:xfrm>
            <a:prstGeom prst="rect">
              <a:avLst/>
            </a:prstGeom>
            <a:grpFill/>
          </p:spPr>
        </p:pic>
        <p:pic>
          <p:nvPicPr>
            <p:cNvPr id="10" name="Picture 2" descr="http://www.buaa.edu.cn/__local/B/CD/A6/968D8F6600C0B8195CD59008BF5_9249A080_12AB7.jpg?e=.jpg"/>
            <p:cNvPicPr>
              <a:picLocks noChangeAspect="1" noChangeArrowheads="1"/>
            </p:cNvPicPr>
            <p:nvPr userDrawn="1"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44502" y="145963"/>
              <a:ext cx="618977" cy="618977"/>
            </a:xfrm>
            <a:prstGeom prst="rect">
              <a:avLst/>
            </a:prstGeom>
            <a:grpFill/>
          </p:spPr>
        </p:pic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6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3" r="81714"/>
            <a:stretch>
              <a:fillRect/>
            </a:stretch>
          </p:blipFill>
          <p:spPr>
            <a:xfrm>
              <a:off x="10444440" y="216261"/>
              <a:ext cx="739594" cy="490019"/>
            </a:xfrm>
            <a:prstGeom prst="rect">
              <a:avLst/>
            </a:prstGeom>
            <a:grpFill/>
          </p:spPr>
        </p:pic>
      </p:grpSp>
      <p:cxnSp>
        <p:nvCxnSpPr>
          <p:cNvPr id="40" name="直接连接符 39"/>
          <p:cNvCxnSpPr/>
          <p:nvPr userDrawn="1"/>
        </p:nvCxnSpPr>
        <p:spPr>
          <a:xfrm>
            <a:off x="0" y="3794126"/>
            <a:ext cx="12201062" cy="0"/>
          </a:xfrm>
          <a:prstGeom prst="line">
            <a:avLst/>
          </a:prstGeom>
          <a:ln w="63500">
            <a:solidFill>
              <a:srgbClr val="2A91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 userDrawn="1"/>
        </p:nvSpPr>
        <p:spPr>
          <a:xfrm>
            <a:off x="3208832" y="6339238"/>
            <a:ext cx="5774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  <a:latin typeface="+mn-ea"/>
                <a:ea typeface="+mn-ea"/>
              </a:rPr>
              <a:t>School of Computer Science and Engineering, Beihang University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-1570"/>
            <a:ext cx="12192000" cy="890547"/>
          </a:xfrm>
          <a:prstGeom prst="rect">
            <a:avLst/>
          </a:prstGeom>
          <a:gradFill flip="none" rotWithShape="1">
            <a:gsLst>
              <a:gs pos="58000">
                <a:srgbClr val="1D7692"/>
              </a:gs>
              <a:gs pos="0">
                <a:srgbClr val="39B099">
                  <a:alpha val="20000"/>
                </a:srgbClr>
              </a:gs>
              <a:gs pos="96000">
                <a:srgbClr val="003C8B">
                  <a:alpha val="85000"/>
                </a:srgbClr>
              </a:gs>
              <a:gs pos="21000">
                <a:srgbClr val="39B099">
                  <a:alpha val="5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85030" y="1027072"/>
            <a:ext cx="11235193" cy="5237265"/>
          </a:xfrm>
          <a:prstGeom prst="rect">
            <a:avLst/>
          </a:prstGeom>
        </p:spPr>
        <p:txBody>
          <a:bodyPr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4322" y="6536805"/>
            <a:ext cx="965902" cy="295932"/>
          </a:xfrm>
          <a:prstGeom prst="rect">
            <a:avLst/>
          </a:prstGeom>
        </p:spPr>
        <p:txBody>
          <a:bodyPr anchor="ctr"/>
          <a:lstStyle>
            <a:lvl1pPr algn="r">
              <a:defRPr b="1">
                <a:solidFill>
                  <a:srgbClr val="003C8B"/>
                </a:solidFill>
                <a:latin typeface="+mn-ea"/>
                <a:ea typeface="+mn-ea"/>
              </a:defRPr>
            </a:lvl1pPr>
          </a:lstStyle>
          <a:p>
            <a:fld id="{49694AC3-6159-4530-81F2-715F87DA7557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5" r="53350"/>
          <a:stretch>
            <a:fillRect/>
          </a:stretch>
        </p:blipFill>
        <p:spPr>
          <a:xfrm>
            <a:off x="11299485" y="109966"/>
            <a:ext cx="702611" cy="667477"/>
          </a:xfrm>
          <a:prstGeom prst="rect">
            <a:avLst/>
          </a:prstGeom>
          <a:noFill/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 rotWithShape="1"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4" r="1093"/>
          <a:stretch>
            <a:fillRect/>
          </a:stretch>
        </p:blipFill>
        <p:spPr>
          <a:xfrm>
            <a:off x="90982" y="6546136"/>
            <a:ext cx="2334221" cy="258542"/>
          </a:xfrm>
          <a:prstGeom prst="rect">
            <a:avLst/>
          </a:prstGeom>
          <a:noFill/>
        </p:spPr>
      </p:pic>
      <p:cxnSp>
        <p:nvCxnSpPr>
          <p:cNvPr id="20" name="直接连接符 19"/>
          <p:cNvCxnSpPr/>
          <p:nvPr userDrawn="1"/>
        </p:nvCxnSpPr>
        <p:spPr>
          <a:xfrm>
            <a:off x="0" y="6478323"/>
            <a:ext cx="12192000" cy="0"/>
          </a:xfrm>
          <a:prstGeom prst="line">
            <a:avLst/>
          </a:prstGeom>
          <a:ln w="28575">
            <a:solidFill>
              <a:srgbClr val="26599C">
                <a:alpha val="8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http://thepaper-prod-oldimagefromnfs.oss-cn-shanghai.aliyuncs.com/image/36/444/102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" t="10675" r="-5" b="34293"/>
          <a:stretch>
            <a:fillRect/>
          </a:stretch>
        </p:blipFill>
        <p:spPr bwMode="auto">
          <a:xfrm>
            <a:off x="-9064" y="2384981"/>
            <a:ext cx="12192000" cy="4473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http://thepaper-prod-oldimagefromnfs.oss-cn-shanghai.aliyuncs.com/image/36/444/102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" t="-51" r="-5" b="67386"/>
          <a:stretch>
            <a:fillRect/>
          </a:stretch>
        </p:blipFill>
        <p:spPr bwMode="auto">
          <a:xfrm>
            <a:off x="-9064" y="0"/>
            <a:ext cx="12192000" cy="265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矩形 22"/>
          <p:cNvSpPr/>
          <p:nvPr userDrawn="1"/>
        </p:nvSpPr>
        <p:spPr>
          <a:xfrm>
            <a:off x="-18127" y="0"/>
            <a:ext cx="12201062" cy="6858000"/>
          </a:xfrm>
          <a:prstGeom prst="rect">
            <a:avLst/>
          </a:prstGeom>
          <a:gradFill flip="none" rotWithShape="1">
            <a:gsLst>
              <a:gs pos="62000">
                <a:srgbClr val="FFFFFF">
                  <a:alpha val="90000"/>
                </a:srgbClr>
              </a:gs>
              <a:gs pos="100000">
                <a:schemeClr val="bg1">
                  <a:alpha val="78000"/>
                </a:schemeClr>
              </a:gs>
              <a:gs pos="0">
                <a:schemeClr val="bg1">
                  <a:alpha val="78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3208832" y="6339238"/>
            <a:ext cx="5774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2">
                    <a:lumMod val="75000"/>
                  </a:schemeClr>
                </a:solidFill>
                <a:latin typeface="+mn-ea"/>
                <a:ea typeface="+mn-ea"/>
              </a:rPr>
              <a:t>School of Computer Science and Engineering, Beihang University</a:t>
            </a:r>
            <a:endParaRPr lang="zh-CN" altLang="en-US" sz="1400" dirty="0">
              <a:solidFill>
                <a:schemeClr val="bg2">
                  <a:lumMod val="7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4" name="标题 1"/>
          <p:cNvSpPr>
            <a:spLocks noGrp="1"/>
          </p:cNvSpPr>
          <p:nvPr>
            <p:ph type="ctrTitle"/>
          </p:nvPr>
        </p:nvSpPr>
        <p:spPr>
          <a:xfrm>
            <a:off x="935016" y="2165350"/>
            <a:ext cx="10294776" cy="2527299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sz="6000" b="1">
                <a:solidFill>
                  <a:srgbClr val="003C8B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0" y="0"/>
            <a:ext cx="1187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1">
                    <a:alpha val="0"/>
                  </a:schemeClr>
                </a:solidFill>
              </a:rPr>
              <a:t>Yingjie Qi</a:t>
            </a:r>
            <a:endParaRPr lang="zh-CN" altLang="en-US" dirty="0">
              <a:solidFill>
                <a:schemeClr val="tx1">
                  <a:alpha val="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notesSlide" Target="../notesSlides/notesSlide2.xml"/><Relationship Id="rId5" Type="http://schemas.openxmlformats.org/officeDocument/2006/relationships/tags" Target="../tags/tag6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notesSlide" Target="../notesSlides/notesSlide3.xml"/><Relationship Id="rId5" Type="http://schemas.openxmlformats.org/officeDocument/2006/relationships/tags" Target="../tags/tag15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4.xml"/><Relationship Id="rId9" Type="http://schemas.openxmlformats.org/officeDocument/2006/relationships/tags" Target="../tags/tag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notesSlide" Target="../notesSlides/notesSlide4.xml"/><Relationship Id="rId5" Type="http://schemas.openxmlformats.org/officeDocument/2006/relationships/tags" Target="../tags/tag24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3.xml"/><Relationship Id="rId9" Type="http://schemas.openxmlformats.org/officeDocument/2006/relationships/tags" Target="../tags/tag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hyperlink" Target="https://huggingface.co/datasets/Iess/chinese_modern_poetry/blob/main/README.md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11" Type="http://schemas.openxmlformats.org/officeDocument/2006/relationships/notesSlide" Target="../notesSlides/notesSlide5.xml"/><Relationship Id="rId5" Type="http://schemas.openxmlformats.org/officeDocument/2006/relationships/tags" Target="../tags/tag33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32.xml"/><Relationship Id="rId9" Type="http://schemas.openxmlformats.org/officeDocument/2006/relationships/tags" Target="../tags/tag3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993236"/>
            <a:ext cx="12192000" cy="152737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z="5400" dirty="0"/>
              <a:t>顶点</a:t>
            </a:r>
            <a:r>
              <a:rPr lang="zh-CN" altLang="en-US" sz="5400"/>
              <a:t>课程期末答辩</a:t>
            </a:r>
            <a:endParaRPr lang="zh-CN" altLang="en-US" sz="48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z="3600" dirty="0"/>
              <a:t>胡睿希</a:t>
            </a:r>
            <a:r>
              <a:rPr lang="en-US" altLang="zh-CN" sz="3600" dirty="0"/>
              <a:t> </a:t>
            </a:r>
            <a:r>
              <a:rPr lang="zh-CN" altLang="en-US" sz="3600" dirty="0"/>
              <a:t>杨逸舸</a:t>
            </a:r>
            <a:r>
              <a:rPr lang="en-US" altLang="zh-CN" sz="3600" dirty="0"/>
              <a:t> </a:t>
            </a:r>
            <a:r>
              <a:rPr lang="zh-CN" altLang="en-US" sz="3600" dirty="0"/>
              <a:t>朱治屹</a:t>
            </a:r>
            <a:endParaRPr lang="en-US" altLang="zh-CN" sz="3600" dirty="0"/>
          </a:p>
          <a:p>
            <a:r>
              <a:rPr lang="en-US" altLang="zh-CN" sz="2800" dirty="0"/>
              <a:t>2026 </a:t>
            </a:r>
            <a:r>
              <a:rPr lang="zh-CN" altLang="en-US" sz="2800" dirty="0"/>
              <a:t>年 </a:t>
            </a:r>
            <a:r>
              <a:rPr lang="en-US" altLang="zh-CN" sz="2800" dirty="0"/>
              <a:t>1 </a:t>
            </a:r>
            <a:r>
              <a:rPr lang="zh-CN" altLang="en-US" sz="2800" dirty="0"/>
              <a:t>月 </a:t>
            </a:r>
            <a:r>
              <a:rPr lang="en-US" altLang="zh-CN" sz="2800" dirty="0"/>
              <a:t>8 </a:t>
            </a:r>
            <a:r>
              <a:rPr lang="zh-CN" altLang="en-US" sz="2800" dirty="0"/>
              <a:t>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t>2</a:t>
            </a:fld>
            <a:endParaRPr lang="zh-CN" altLang="en-US" dirty="0"/>
          </a:p>
        </p:txBody>
      </p:sp>
      <p:grpSp>
        <p:nvGrpSpPr>
          <p:cNvPr id="19" name="组合 18"/>
          <p:cNvGrpSpPr/>
          <p:nvPr>
            <p:custDataLst>
              <p:tags r:id="rId1"/>
            </p:custDataLst>
          </p:nvPr>
        </p:nvGrpSpPr>
        <p:grpSpPr>
          <a:xfrm>
            <a:off x="4275951" y="1566950"/>
            <a:ext cx="5339715" cy="3284736"/>
            <a:chOff x="4768819" y="1747380"/>
            <a:chExt cx="5339715" cy="3284736"/>
          </a:xfrm>
        </p:grpSpPr>
        <p:grpSp>
          <p:nvGrpSpPr>
            <p:cNvPr id="13" name="组合 12"/>
            <p:cNvGrpSpPr/>
            <p:nvPr/>
          </p:nvGrpSpPr>
          <p:grpSpPr>
            <a:xfrm>
              <a:off x="4768820" y="1747380"/>
              <a:ext cx="3805988" cy="523220"/>
              <a:chOff x="1877055" y="1744795"/>
              <a:chExt cx="3805988" cy="523220"/>
            </a:xfrm>
          </p:grpSpPr>
          <p:cxnSp>
            <p:nvCxnSpPr>
              <p:cNvPr id="14" name="直接连接符 13"/>
              <p:cNvCxnSpPr/>
              <p:nvPr>
                <p:custDataLst>
                  <p:tags r:id="rId8"/>
                </p:custDataLst>
              </p:nvPr>
            </p:nvCxnSpPr>
            <p:spPr>
              <a:xfrm>
                <a:off x="1877055" y="1815905"/>
                <a:ext cx="0" cy="381000"/>
              </a:xfrm>
              <a:prstGeom prst="line">
                <a:avLst/>
              </a:prstGeom>
              <a:ln w="82550">
                <a:solidFill>
                  <a:srgbClr val="3094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文本框 14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2065021" y="1744795"/>
                <a:ext cx="361802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309481"/>
                    </a:solidFill>
                  </a:rPr>
                  <a:t>1  </a:t>
                </a:r>
                <a:r>
                  <a:rPr lang="zh-CN" altLang="en-US" sz="2800" b="1" dirty="0">
                    <a:solidFill>
                      <a:srgbClr val="309481"/>
                    </a:solidFill>
                  </a:rPr>
                  <a:t>研究背景与意义</a:t>
                </a: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4768819" y="2668302"/>
              <a:ext cx="4175820" cy="523220"/>
              <a:chOff x="1877054" y="3167390"/>
              <a:chExt cx="4175820" cy="523220"/>
            </a:xfrm>
          </p:grpSpPr>
          <p:cxnSp>
            <p:nvCxnSpPr>
              <p:cNvPr id="17" name="直接连接符 16"/>
              <p:cNvCxnSpPr/>
              <p:nvPr>
                <p:custDataLst>
                  <p:tags r:id="rId6"/>
                </p:custDataLst>
              </p:nvPr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rgbClr val="003C8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文本框 17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2  </a:t>
                </a:r>
                <a:r>
                  <a:rPr lang="zh-CN" altLang="en-US" sz="2800" b="1" dirty="0"/>
                  <a:t>研究内容与思路</a:t>
                </a: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4768819" y="3589224"/>
              <a:ext cx="5339715" cy="452110"/>
              <a:chOff x="1877054" y="3167390"/>
              <a:chExt cx="5339715" cy="452110"/>
            </a:xfrm>
          </p:grpSpPr>
          <p:cxnSp>
            <p:nvCxnSpPr>
              <p:cNvPr id="5" name="直接连接符 4"/>
              <p:cNvCxnSpPr/>
              <p:nvPr>
                <p:custDataLst>
                  <p:tags r:id="rId4"/>
                </p:custDataLst>
              </p:nvPr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文本框 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2065014" y="3167390"/>
                <a:ext cx="5151755" cy="156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3  </a:t>
                </a:r>
                <a:r>
                  <a:rPr lang="zh-CN" altLang="en-US" sz="2800" b="1" dirty="0"/>
                  <a:t>技术实现方案</a:t>
                </a:r>
                <a:r>
                  <a:rPr lang="zh-CN" altLang="en-US" sz="2800" b="1" dirty="0">
                    <a:sym typeface="+mn-ea"/>
                  </a:rPr>
                  <a:t>与成果展示</a:t>
                </a:r>
                <a:endParaRPr lang="zh-CN" altLang="en-US" sz="2800" b="1" dirty="0"/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4768819" y="4510146"/>
              <a:ext cx="4175820" cy="521970"/>
              <a:chOff x="1877054" y="3167390"/>
              <a:chExt cx="4175820" cy="521970"/>
            </a:xfrm>
          </p:grpSpPr>
          <p:cxnSp>
            <p:nvCxnSpPr>
              <p:cNvPr id="8" name="直接连接符 7"/>
              <p:cNvCxnSpPr/>
              <p:nvPr>
                <p:custDataLst>
                  <p:tags r:id="rId2"/>
                </p:custDataLst>
              </p:nvPr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文本框 8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2065019" y="3167390"/>
                <a:ext cx="3987855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4  </a:t>
                </a:r>
                <a:r>
                  <a:rPr lang="zh-CN" altLang="en-US" sz="2800" b="1" dirty="0">
                    <a:sym typeface="+mn-ea"/>
                  </a:rPr>
                  <a:t>总结与讨论</a:t>
                </a:r>
                <a:endParaRPr lang="zh-CN" altLang="en-US" sz="2800" b="1" dirty="0"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研究背景与意义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140" y="1026795"/>
            <a:ext cx="7663180" cy="4788535"/>
          </a:xfrm>
        </p:spPr>
        <p:txBody>
          <a:bodyPr/>
          <a:lstStyle/>
          <a:p>
            <a:r>
              <a:rPr lang="zh-CN" altLang="en-US" b="1" dirty="0"/>
              <a:t>大模型在云端训练和推理时需要上传大量数据，存在隐私风险。</a:t>
            </a:r>
          </a:p>
          <a:p>
            <a:endParaRPr lang="zh-CN" altLang="en-US" b="1" dirty="0"/>
          </a:p>
          <a:p>
            <a:r>
              <a:rPr lang="zh-CN" altLang="en-US" b="1" dirty="0"/>
              <a:t>模型在端侧部署数据在本地处理，减少敏感信息上传，保护用户隐私。</a:t>
            </a:r>
          </a:p>
          <a:p>
            <a:endParaRPr lang="zh-CN" altLang="en-US" b="1" dirty="0"/>
          </a:p>
          <a:p>
            <a:r>
              <a:rPr lang="zh-CN" altLang="en-US" b="1" dirty="0"/>
              <a:t>大模型规模一般较大，端侧设备内存算力有限，需进行轻量化和优化以适应端侧设备。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t>3</a:t>
            </a:fld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t>4</a:t>
            </a:fld>
            <a:endParaRPr lang="zh-CN" altLang="en-US" dirty="0"/>
          </a:p>
        </p:txBody>
      </p:sp>
      <p:grpSp>
        <p:nvGrpSpPr>
          <p:cNvPr id="19" name="组合 18"/>
          <p:cNvGrpSpPr/>
          <p:nvPr>
            <p:custDataLst>
              <p:tags r:id="rId1"/>
            </p:custDataLst>
          </p:nvPr>
        </p:nvGrpSpPr>
        <p:grpSpPr>
          <a:xfrm>
            <a:off x="4275951" y="1566950"/>
            <a:ext cx="4175820" cy="3282245"/>
            <a:chOff x="4768819" y="1747380"/>
            <a:chExt cx="4175820" cy="3282245"/>
          </a:xfrm>
        </p:grpSpPr>
        <p:grpSp>
          <p:nvGrpSpPr>
            <p:cNvPr id="13" name="组合 12"/>
            <p:cNvGrpSpPr/>
            <p:nvPr/>
          </p:nvGrpSpPr>
          <p:grpSpPr>
            <a:xfrm>
              <a:off x="4768820" y="1747380"/>
              <a:ext cx="3805988" cy="523220"/>
              <a:chOff x="1877055" y="1744795"/>
              <a:chExt cx="3805988" cy="523220"/>
            </a:xfrm>
          </p:grpSpPr>
          <p:cxnSp>
            <p:nvCxnSpPr>
              <p:cNvPr id="14" name="直接连接符 13"/>
              <p:cNvCxnSpPr/>
              <p:nvPr>
                <p:custDataLst>
                  <p:tags r:id="rId8"/>
                </p:custDataLst>
              </p:nvPr>
            </p:nvCxnSpPr>
            <p:spPr>
              <a:xfrm>
                <a:off x="1877055" y="1815905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文本框 14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2065021" y="1744795"/>
                <a:ext cx="361802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1</a:t>
                </a:r>
                <a:r>
                  <a:rPr lang="en-US" altLang="zh-CN" sz="2800" b="1" dirty="0">
                    <a:solidFill>
                      <a:schemeClr val="accent6"/>
                    </a:solidFill>
                  </a:rPr>
                  <a:t>  </a:t>
                </a:r>
                <a:r>
                  <a:rPr lang="zh-CN" altLang="en-US" sz="2800" b="1" dirty="0"/>
                  <a:t>研究背景与意义</a:t>
                </a:r>
                <a:endParaRPr lang="zh-CN" altLang="en-US" sz="2800" b="1" dirty="0">
                  <a:solidFill>
                    <a:schemeClr val="accent6"/>
                  </a:solidFill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4768819" y="2668302"/>
              <a:ext cx="4175820" cy="523220"/>
              <a:chOff x="1877054" y="3167390"/>
              <a:chExt cx="4175820" cy="523220"/>
            </a:xfrm>
          </p:grpSpPr>
          <p:cxnSp>
            <p:nvCxnSpPr>
              <p:cNvPr id="17" name="直接连接符 16"/>
              <p:cNvCxnSpPr/>
              <p:nvPr>
                <p:custDataLst>
                  <p:tags r:id="rId6"/>
                </p:custDataLst>
              </p:nvPr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rgbClr val="3094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文本框 17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309481"/>
                    </a:solidFill>
                  </a:rPr>
                  <a:t>2</a:t>
                </a:r>
                <a:r>
                  <a:rPr lang="en-US" altLang="zh-CN" sz="2800" b="1" dirty="0"/>
                  <a:t>  </a:t>
                </a:r>
                <a:r>
                  <a:rPr lang="zh-CN" altLang="en-US" sz="2800" b="1" dirty="0">
                    <a:solidFill>
                      <a:srgbClr val="309481"/>
                    </a:solidFill>
                  </a:rPr>
                  <a:t>研究内容与思路</a:t>
                </a:r>
                <a:endParaRPr lang="zh-CN" altLang="en-US" sz="2800" b="1" dirty="0"/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4768819" y="3589224"/>
              <a:ext cx="4175820" cy="523220"/>
              <a:chOff x="1877054" y="3167390"/>
              <a:chExt cx="4175820" cy="523220"/>
            </a:xfrm>
          </p:grpSpPr>
          <p:cxnSp>
            <p:nvCxnSpPr>
              <p:cNvPr id="5" name="直接连接符 4"/>
              <p:cNvCxnSpPr/>
              <p:nvPr>
                <p:custDataLst>
                  <p:tags r:id="rId4"/>
                </p:custDataLst>
              </p:nvPr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文本框 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3  </a:t>
                </a:r>
                <a:r>
                  <a:rPr lang="zh-CN" altLang="en-US" sz="2800" b="1" dirty="0"/>
                  <a:t>技术实现方案</a:t>
                </a: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4768819" y="4510146"/>
              <a:ext cx="4175820" cy="519479"/>
              <a:chOff x="1877054" y="3167390"/>
              <a:chExt cx="4175820" cy="519479"/>
            </a:xfrm>
          </p:grpSpPr>
          <p:cxnSp>
            <p:nvCxnSpPr>
              <p:cNvPr id="8" name="直接连接符 7"/>
              <p:cNvCxnSpPr/>
              <p:nvPr>
                <p:custDataLst>
                  <p:tags r:id="rId2"/>
                </p:custDataLst>
              </p:nvPr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文本框 8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2065019" y="3167390"/>
                <a:ext cx="3987855" cy="519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4  </a:t>
                </a:r>
                <a:r>
                  <a:rPr lang="zh-CN" altLang="en-US" sz="2800" b="1" dirty="0">
                    <a:sym typeface="+mn-ea"/>
                  </a:rPr>
                  <a:t>总结与讨论</a:t>
                </a:r>
                <a:endParaRPr lang="zh-CN" altLang="en-US" sz="2800" b="1" dirty="0"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 </a:t>
            </a:r>
            <a:r>
              <a:rPr lang="zh-CN" altLang="en-US" dirty="0"/>
              <a:t>研究目标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140" y="1026795"/>
            <a:ext cx="8584565" cy="4214495"/>
          </a:xfrm>
        </p:spPr>
        <p:txBody>
          <a:bodyPr/>
          <a:lstStyle/>
          <a:p>
            <a:pPr lvl="1"/>
            <a:endParaRPr lang="zh-CN" altLang="en-US" b="1" dirty="0"/>
          </a:p>
          <a:p>
            <a:pPr lvl="1"/>
            <a:r>
              <a:rPr lang="zh-CN" altLang="en-US" b="1" dirty="0"/>
              <a:t>基于</a:t>
            </a:r>
            <a:r>
              <a:rPr lang="en-US" altLang="zh-CN" b="1" dirty="0"/>
              <a:t>llama.cpp</a:t>
            </a:r>
            <a:r>
              <a:rPr lang="zh-CN" altLang="en-US" b="1" dirty="0"/>
              <a:t>在端侧部署大模型并进行优化</a:t>
            </a:r>
          </a:p>
          <a:p>
            <a:pPr lvl="1"/>
            <a:endParaRPr lang="zh-CN" altLang="en-US" b="1" dirty="0"/>
          </a:p>
          <a:p>
            <a:pPr lvl="1"/>
            <a:endParaRPr lang="zh-CN" altLang="en-US" b="1" dirty="0"/>
          </a:p>
          <a:p>
            <a:pPr lvl="1"/>
            <a:r>
              <a:rPr lang="zh-CN" altLang="en-US" b="1" dirty="0"/>
              <a:t>基于</a:t>
            </a:r>
            <a:r>
              <a:rPr lang="en-US" altLang="zh-CN" b="1" dirty="0"/>
              <a:t>LlamaFactory</a:t>
            </a:r>
            <a:r>
              <a:rPr lang="zh-CN" altLang="en-US" b="1" dirty="0"/>
              <a:t>对模型进行微调，实现模型个性化</a:t>
            </a:r>
          </a:p>
          <a:p>
            <a:pPr lvl="1"/>
            <a:endParaRPr lang="zh-CN" altLang="en-US" b="1" dirty="0"/>
          </a:p>
          <a:p>
            <a:pPr lvl="1"/>
            <a:endParaRPr lang="zh-CN" altLang="en-US" b="1" dirty="0"/>
          </a:p>
          <a:p>
            <a:pPr lvl="1"/>
            <a:r>
              <a:rPr lang="zh-CN" altLang="en-US" b="1" dirty="0"/>
              <a:t>对端侧部署的</a:t>
            </a:r>
            <a:r>
              <a:rPr lang="en-US" altLang="zh-CN" b="1" dirty="0"/>
              <a:t>APP</a:t>
            </a:r>
            <a:r>
              <a:rPr lang="zh-CN" altLang="en-US" b="1" dirty="0"/>
              <a:t>进行功能拓展和优化</a:t>
            </a:r>
          </a:p>
          <a:p>
            <a:pPr lvl="1"/>
            <a:endParaRPr lang="zh-CN" alt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t>5</a:t>
            </a:fld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研究思路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030" y="1027073"/>
            <a:ext cx="11235193" cy="2161604"/>
          </a:xfrm>
        </p:spPr>
        <p:txBody>
          <a:bodyPr/>
          <a:lstStyle/>
          <a:p>
            <a:pPr lvl="1"/>
            <a:r>
              <a:rPr lang="zh-CN" altLang="en-US" b="1" dirty="0"/>
              <a:t>应用</a:t>
            </a:r>
            <a:r>
              <a:rPr lang="en-US" altLang="zh-CN" b="1" dirty="0"/>
              <a:t>kv cache</a:t>
            </a:r>
            <a:r>
              <a:rPr lang="zh-CN" altLang="en-US" b="1" dirty="0"/>
              <a:t>量化和算子优化</a:t>
            </a:r>
          </a:p>
          <a:p>
            <a:pPr lvl="1"/>
            <a:endParaRPr lang="zh-CN" altLang="en-US" b="1" dirty="0"/>
          </a:p>
          <a:p>
            <a:pPr lvl="1"/>
            <a:endParaRPr lang="zh-CN" altLang="en-US" b="1" dirty="0"/>
          </a:p>
          <a:p>
            <a:pPr lvl="1"/>
            <a:r>
              <a:rPr lang="zh-CN" altLang="en-US" b="1" dirty="0"/>
              <a:t>使用</a:t>
            </a:r>
            <a:r>
              <a:rPr lang="en-US" altLang="zh-CN" b="1" dirty="0"/>
              <a:t>Android</a:t>
            </a:r>
            <a:r>
              <a:rPr lang="zh-CN" altLang="en-US" b="1" dirty="0"/>
              <a:t>相关技术对端侧设备</a:t>
            </a:r>
            <a:r>
              <a:rPr lang="en-US" altLang="zh-CN" b="1" dirty="0"/>
              <a:t>APP</a:t>
            </a:r>
            <a:r>
              <a:rPr lang="zh-CN" altLang="en-US" b="1" dirty="0"/>
              <a:t>进行开发</a:t>
            </a:r>
          </a:p>
          <a:p>
            <a:pPr lvl="1"/>
            <a:endParaRPr lang="zh-CN" altLang="en-US" b="1" dirty="0"/>
          </a:p>
          <a:p>
            <a:pPr lvl="1"/>
            <a:endParaRPr lang="zh-CN" altLang="en-US" b="1" dirty="0"/>
          </a:p>
          <a:p>
            <a:pPr lvl="1"/>
            <a:r>
              <a:rPr lang="zh-CN" altLang="en-US" b="1" dirty="0"/>
              <a:t>使用</a:t>
            </a:r>
            <a:r>
              <a:rPr lang="en-US" altLang="zh-CN" b="1" dirty="0"/>
              <a:t>lora</a:t>
            </a:r>
            <a:r>
              <a:rPr lang="zh-CN" altLang="en-US" b="1" dirty="0"/>
              <a:t>技术对</a:t>
            </a:r>
            <a:r>
              <a:rPr lang="en-US" altLang="zh-CN" b="1" dirty="0"/>
              <a:t>Qwen2-0.5b</a:t>
            </a:r>
            <a:r>
              <a:rPr lang="zh-CN" altLang="en-US" b="1" dirty="0"/>
              <a:t>模型进行微调</a:t>
            </a:r>
            <a:endParaRPr lang="en-US" altLang="zh-C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t>6</a:t>
            </a:fld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t>7</a:t>
            </a:fld>
            <a:endParaRPr lang="zh-CN" altLang="en-US" dirty="0"/>
          </a:p>
        </p:txBody>
      </p:sp>
      <p:grpSp>
        <p:nvGrpSpPr>
          <p:cNvPr id="19" name="组合 18"/>
          <p:cNvGrpSpPr/>
          <p:nvPr>
            <p:custDataLst>
              <p:tags r:id="rId1"/>
            </p:custDataLst>
          </p:nvPr>
        </p:nvGrpSpPr>
        <p:grpSpPr>
          <a:xfrm>
            <a:off x="4275951" y="1566950"/>
            <a:ext cx="5628005" cy="3274113"/>
            <a:chOff x="4768819" y="1747380"/>
            <a:chExt cx="5628005" cy="3274113"/>
          </a:xfrm>
        </p:grpSpPr>
        <p:grpSp>
          <p:nvGrpSpPr>
            <p:cNvPr id="13" name="组合 12"/>
            <p:cNvGrpSpPr/>
            <p:nvPr/>
          </p:nvGrpSpPr>
          <p:grpSpPr>
            <a:xfrm>
              <a:off x="4768820" y="1747380"/>
              <a:ext cx="3805988" cy="523220"/>
              <a:chOff x="1877055" y="1744795"/>
              <a:chExt cx="3805988" cy="523220"/>
            </a:xfrm>
          </p:grpSpPr>
          <p:cxnSp>
            <p:nvCxnSpPr>
              <p:cNvPr id="14" name="直接连接符 13"/>
              <p:cNvCxnSpPr/>
              <p:nvPr>
                <p:custDataLst>
                  <p:tags r:id="rId8"/>
                </p:custDataLst>
              </p:nvPr>
            </p:nvCxnSpPr>
            <p:spPr>
              <a:xfrm>
                <a:off x="1877055" y="1815905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文本框 14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2065021" y="1744795"/>
                <a:ext cx="361802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1</a:t>
                </a:r>
                <a:r>
                  <a:rPr lang="en-US" altLang="zh-CN" sz="2800" b="1" dirty="0">
                    <a:solidFill>
                      <a:schemeClr val="accent6"/>
                    </a:solidFill>
                  </a:rPr>
                  <a:t>  </a:t>
                </a:r>
                <a:r>
                  <a:rPr lang="zh-CN" altLang="en-US" sz="2800" b="1" dirty="0"/>
                  <a:t>研究背景与意义</a:t>
                </a:r>
                <a:endParaRPr lang="zh-CN" altLang="en-US" sz="2800" b="1" dirty="0">
                  <a:solidFill>
                    <a:schemeClr val="accent6"/>
                  </a:solidFill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4768819" y="2668302"/>
              <a:ext cx="4175820" cy="523220"/>
              <a:chOff x="1877054" y="3167390"/>
              <a:chExt cx="4175820" cy="523220"/>
            </a:xfrm>
          </p:grpSpPr>
          <p:cxnSp>
            <p:nvCxnSpPr>
              <p:cNvPr id="17" name="直接连接符 16"/>
              <p:cNvCxnSpPr/>
              <p:nvPr>
                <p:custDataLst>
                  <p:tags r:id="rId6"/>
                </p:custDataLst>
              </p:nvPr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rgbClr val="003C8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文本框 17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2  </a:t>
                </a:r>
                <a:r>
                  <a:rPr lang="zh-CN" altLang="en-US" sz="2800" b="1" dirty="0"/>
                  <a:t>研究内容与思路</a:t>
                </a: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4768819" y="3589224"/>
              <a:ext cx="5628005" cy="452110"/>
              <a:chOff x="1877054" y="3167390"/>
              <a:chExt cx="5628005" cy="452110"/>
            </a:xfrm>
          </p:grpSpPr>
          <p:cxnSp>
            <p:nvCxnSpPr>
              <p:cNvPr id="5" name="直接连接符 4"/>
              <p:cNvCxnSpPr/>
              <p:nvPr>
                <p:custDataLst>
                  <p:tags r:id="rId4"/>
                </p:custDataLst>
              </p:nvPr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rgbClr val="3094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文本框 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2065014" y="3167390"/>
                <a:ext cx="5440045" cy="2858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309481"/>
                    </a:solidFill>
                  </a:rPr>
                  <a:t>3  </a:t>
                </a:r>
                <a:r>
                  <a:rPr lang="zh-CN" altLang="en-US" sz="2800" b="1" dirty="0">
                    <a:solidFill>
                      <a:srgbClr val="309481"/>
                    </a:solidFill>
                  </a:rPr>
                  <a:t>技术实现方案与成果展示</a:t>
                </a: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4768819" y="4499523"/>
              <a:ext cx="4175820" cy="521970"/>
              <a:chOff x="1877054" y="2235845"/>
              <a:chExt cx="4175820" cy="521970"/>
            </a:xfrm>
          </p:grpSpPr>
          <p:cxnSp>
            <p:nvCxnSpPr>
              <p:cNvPr id="11" name="直接连接符 10"/>
              <p:cNvCxnSpPr/>
              <p:nvPr>
                <p:custDataLst>
                  <p:tags r:id="rId2"/>
                </p:custDataLst>
              </p:nvPr>
            </p:nvCxnSpPr>
            <p:spPr>
              <a:xfrm>
                <a:off x="1877054" y="2317115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文本框 11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2065019" y="2235845"/>
                <a:ext cx="3987855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4  </a:t>
                </a:r>
                <a:r>
                  <a:rPr lang="zh-CN" altLang="en-US" sz="2800" b="1" dirty="0"/>
                  <a:t>总结与讨论</a:t>
                </a: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3.1 </a:t>
            </a:r>
            <a:r>
              <a:rPr lang="zh-CN" altLang="en-US" sz="4000" dirty="0"/>
              <a:t>系统总体设计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t>8</a:t>
            </a:fld>
            <a:endParaRPr lang="zh-CN" alt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CC9C345-3DF5-53BE-8D6F-595858DA1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719" y="1628894"/>
            <a:ext cx="8768196" cy="3896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1758950"/>
            <a:ext cx="6362700" cy="469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3.2 </a:t>
            </a:r>
            <a:r>
              <a:rPr lang="zh-CN" altLang="en-US" sz="4000" dirty="0"/>
              <a:t>系统具体实现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030" y="1027073"/>
            <a:ext cx="11235193" cy="2161604"/>
          </a:xfrm>
        </p:spPr>
        <p:txBody>
          <a:bodyPr/>
          <a:lstStyle/>
          <a:p>
            <a:r>
              <a:rPr lang="en-US" altLang="zh-CN" b="1" dirty="0"/>
              <a:t>KV Cache</a:t>
            </a:r>
            <a:r>
              <a:rPr lang="zh-CN" altLang="en-US" b="1" dirty="0"/>
              <a:t>量化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754322" y="6341860"/>
            <a:ext cx="965902" cy="295932"/>
          </a:xfrm>
        </p:spPr>
        <p:txBody>
          <a:bodyPr/>
          <a:lstStyle/>
          <a:p>
            <a:fld id="{49694AC3-6159-4530-81F2-715F87DA7557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3970020" y="1734185"/>
            <a:ext cx="600075" cy="49466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630680" y="2423795"/>
            <a:ext cx="487172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/>
              <a:t>src/llama-kv-cache.cpp</a:t>
            </a:r>
            <a:r>
              <a:rPr lang="zh-CN" altLang="en-US"/>
              <a:t>中，创建</a:t>
            </a:r>
            <a:r>
              <a:rPr lang="en-US" altLang="zh-CN"/>
              <a:t> KV cache tensor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64973" y="2847645"/>
            <a:ext cx="848467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FP16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175" y="3395980"/>
            <a:ext cx="5751195" cy="6096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109460" y="3362960"/>
            <a:ext cx="3133090" cy="645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/>
              <a:t>llama.cpp</a:t>
            </a:r>
            <a:r>
              <a:rPr lang="zh-CN" altLang="en-US"/>
              <a:t>中，</a:t>
            </a:r>
            <a:r>
              <a:rPr lang="en-US" altLang="zh-CN"/>
              <a:t>KV Cache</a:t>
            </a:r>
            <a:r>
              <a:rPr lang="zh-CN" altLang="en-US"/>
              <a:t>初始默认为</a:t>
            </a:r>
            <a:r>
              <a:rPr lang="en-US" altLang="zh-CN"/>
              <a:t>FP16</a:t>
            </a:r>
            <a:r>
              <a:rPr lang="zh-CN" altLang="en-US"/>
              <a:t>，大小共</a:t>
            </a:r>
            <a:r>
              <a:rPr lang="en-US" altLang="zh-CN"/>
              <a:t>448MB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64973" y="3995090"/>
            <a:ext cx="848467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INT8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175" y="4471035"/>
            <a:ext cx="5810250" cy="67500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109460" y="4494530"/>
            <a:ext cx="2440940" cy="645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/>
              <a:t>输出</a:t>
            </a:r>
            <a:r>
              <a:rPr lang="en-US" altLang="zh-CN"/>
              <a:t>tokens</a:t>
            </a:r>
            <a:r>
              <a:rPr lang="zh-CN" altLang="en-US"/>
              <a:t>与输出质量较</a:t>
            </a:r>
            <a:r>
              <a:rPr lang="en-US" altLang="zh-CN"/>
              <a:t>FP16</a:t>
            </a:r>
            <a:r>
              <a:rPr lang="zh-CN" altLang="en-US"/>
              <a:t>没有明显区别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764973" y="5142535"/>
            <a:ext cx="848467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INT4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175" y="5641340"/>
            <a:ext cx="5810250" cy="66929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7109460" y="5641340"/>
            <a:ext cx="2710180" cy="645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/>
              <a:t>内存占用进一步下降，输出</a:t>
            </a:r>
            <a:r>
              <a:rPr lang="en-US" altLang="zh-CN"/>
              <a:t>token</a:t>
            </a:r>
            <a:r>
              <a:rPr lang="zh-CN" altLang="en-US"/>
              <a:t>数明显下降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3.2 </a:t>
            </a:r>
            <a:r>
              <a:rPr lang="zh-CN" altLang="en-US" sz="4000" dirty="0"/>
              <a:t>系统具体实现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030" y="1027073"/>
            <a:ext cx="11235193" cy="2161604"/>
          </a:xfrm>
        </p:spPr>
        <p:txBody>
          <a:bodyPr/>
          <a:lstStyle/>
          <a:p>
            <a:r>
              <a:rPr lang="en-US" altLang="zh-CN" b="1" dirty="0"/>
              <a:t>KV Cache</a:t>
            </a:r>
            <a:r>
              <a:rPr lang="zh-CN" altLang="en-US" b="1" dirty="0"/>
              <a:t>量化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754322" y="6341860"/>
            <a:ext cx="965902" cy="295932"/>
          </a:xfrm>
        </p:spPr>
        <p:txBody>
          <a:bodyPr/>
          <a:lstStyle/>
          <a:p>
            <a:fld id="{49694AC3-6159-4530-81F2-715F87DA7557}" type="slidenum">
              <a:rPr lang="zh-CN" altLang="en-US" smtClean="0"/>
              <a:t>10</a:t>
            </a:fld>
            <a:endParaRPr lang="zh-CN" altLang="en-US" dirty="0"/>
          </a:p>
        </p:txBody>
      </p:sp>
      <p:graphicFrame>
        <p:nvGraphicFramePr>
          <p:cNvPr id="5" name="表格 4"/>
          <p:cNvGraphicFramePr/>
          <p:nvPr/>
        </p:nvGraphicFramePr>
        <p:xfrm>
          <a:off x="2663190" y="2172335"/>
          <a:ext cx="601345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1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1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2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量化版本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Token</a:t>
                      </a:r>
                      <a:r>
                        <a:rPr lang="zh-CN" altLang="en-US"/>
                        <a:t>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吞吐量</a:t>
                      </a:r>
                      <a:r>
                        <a:rPr lang="en-US" altLang="zh-CN" sz="1800">
                          <a:sym typeface="+mn-ea"/>
                        </a:rPr>
                        <a:t>tokens/s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内存占用</a:t>
                      </a:r>
                      <a:r>
                        <a:rPr lang="en-US" altLang="zh-CN"/>
                        <a:t>MB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FP16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774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14.26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448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INT8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759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15.25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238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INT4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411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15.02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126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1934210" y="4050030"/>
            <a:ext cx="7811135" cy="645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/>
              <a:t>与默认的</a:t>
            </a:r>
            <a:r>
              <a:rPr lang="en-US" altLang="zh-CN"/>
              <a:t>FP16</a:t>
            </a:r>
            <a:r>
              <a:rPr lang="zh-CN" altLang="en-US"/>
              <a:t>相比，</a:t>
            </a:r>
            <a:r>
              <a:rPr lang="en-US" altLang="zh-CN"/>
              <a:t>INT8</a:t>
            </a:r>
            <a:r>
              <a:rPr lang="zh-CN" altLang="en-US"/>
              <a:t>版本</a:t>
            </a:r>
            <a:r>
              <a:rPr lang="en-US" altLang="zh-CN"/>
              <a:t>KV Cache</a:t>
            </a:r>
            <a:r>
              <a:rPr lang="zh-CN" altLang="en-US"/>
              <a:t>内存占用明显下降，输出速度和质量上没有明显差别，</a:t>
            </a:r>
            <a:r>
              <a:rPr lang="en-US" altLang="zh-CN"/>
              <a:t>INT4</a:t>
            </a:r>
            <a:r>
              <a:rPr lang="zh-CN" altLang="en-US"/>
              <a:t>版本虽然内存占用更低，但输出质量明显下降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ym typeface="+mn-ea"/>
              </a:rPr>
              <a:t>3.2 </a:t>
            </a:r>
            <a:r>
              <a:rPr lang="zh-CN" altLang="en-US" sz="4000" dirty="0">
                <a:sym typeface="+mn-ea"/>
              </a:rPr>
              <a:t>系统具体实现</a:t>
            </a:r>
            <a:r>
              <a:rPr lang="en-US" altLang="zh-CN" sz="4000" dirty="0"/>
              <a:t> </a:t>
            </a:r>
            <a:endParaRPr lang="zh-CN" alt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030" y="1027073"/>
            <a:ext cx="11235193" cy="2161604"/>
          </a:xfrm>
        </p:spPr>
        <p:txBody>
          <a:bodyPr/>
          <a:lstStyle/>
          <a:p>
            <a:r>
              <a:rPr lang="zh-CN" altLang="en-US" b="1" dirty="0"/>
              <a:t>挑战性任务</a:t>
            </a:r>
            <a:endParaRPr lang="en-US" altLang="zh-CN" b="1" dirty="0"/>
          </a:p>
          <a:p>
            <a:pPr lvl="1"/>
            <a:r>
              <a:rPr lang="zh-CN" altLang="en-US" b="1" dirty="0"/>
              <a:t>探索个性化模型实现，完成中国现代诗歌生成</a:t>
            </a:r>
            <a:endParaRPr lang="en-US" altLang="zh-CN" b="1" dirty="0"/>
          </a:p>
          <a:p>
            <a:pPr lvl="1"/>
            <a:endParaRPr lang="zh-CN" alt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773498" y="2180351"/>
            <a:ext cx="8047612" cy="3828907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marL="0" lvl="1">
              <a:lnSpc>
                <a:spcPct val="150000"/>
              </a:lnSpc>
            </a:pPr>
            <a:endParaRPr lang="en-US" altLang="zh-CN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022906" y="2107875"/>
            <a:ext cx="69910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背景：通用大模型在中国现代诗歌上存在风格不稳定、意向堆砌、缺乏情感连贯性等问题</a:t>
            </a:r>
            <a:endParaRPr lang="en-US" altLang="zh-CN" sz="2000" dirty="0"/>
          </a:p>
        </p:txBody>
      </p:sp>
      <p:grpSp>
        <p:nvGrpSpPr>
          <p:cNvPr id="8" name="组合 7"/>
          <p:cNvGrpSpPr/>
          <p:nvPr/>
        </p:nvGrpSpPr>
        <p:grpSpPr>
          <a:xfrm>
            <a:off x="2666812" y="2900605"/>
            <a:ext cx="3526414" cy="3523485"/>
            <a:chOff x="903804" y="1367288"/>
            <a:chExt cx="4279811" cy="4276256"/>
          </a:xfrm>
        </p:grpSpPr>
        <p:pic>
          <p:nvPicPr>
            <p:cNvPr id="9" name="图片 8" descr="图形用户界面, 文本, 应用程序, 电子邮件&#10;&#10;AI 生成的内容可能不正确。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9271" y="1367288"/>
              <a:ext cx="4204344" cy="2350460"/>
            </a:xfrm>
            <a:prstGeom prst="rect">
              <a:avLst/>
            </a:prstGeom>
          </p:spPr>
        </p:pic>
        <p:pic>
          <p:nvPicPr>
            <p:cNvPr id="10" name="图片 9" descr="文本&#10;&#10;AI 生成的内容可能不正确。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3804" y="3717748"/>
              <a:ext cx="2647215" cy="1925796"/>
            </a:xfrm>
            <a:prstGeom prst="rect">
              <a:avLst/>
            </a:prstGeom>
          </p:spPr>
        </p:pic>
      </p:grpSp>
      <p:sp>
        <p:nvSpPr>
          <p:cNvPr id="11" name="矩形 10"/>
          <p:cNvSpPr/>
          <p:nvPr/>
        </p:nvSpPr>
        <p:spPr>
          <a:xfrm>
            <a:off x="2777621" y="4837302"/>
            <a:ext cx="1296699" cy="1439454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407260" y="4979202"/>
            <a:ext cx="1103147" cy="304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无意义重复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551759" y="3990062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Qwen2-0.5b-Instruct </a:t>
            </a:r>
          </a:p>
          <a:p>
            <a:r>
              <a:rPr lang="zh-CN" altLang="en-US" sz="1600" dirty="0"/>
              <a:t>回答现代诗歌生成问题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ym typeface="+mn-ea"/>
              </a:rPr>
              <a:t>3.2 </a:t>
            </a:r>
            <a:r>
              <a:rPr lang="zh-CN" altLang="en-US" sz="4000" dirty="0">
                <a:sym typeface="+mn-ea"/>
              </a:rPr>
              <a:t>系统具体实现</a:t>
            </a:r>
            <a:r>
              <a:rPr lang="en-US" altLang="zh-CN" sz="4000" dirty="0">
                <a:sym typeface="+mn-ea"/>
              </a:rPr>
              <a:t> </a:t>
            </a:r>
            <a:endParaRPr lang="zh-CN" alt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030" y="1027073"/>
            <a:ext cx="11235193" cy="2161604"/>
          </a:xfrm>
        </p:spPr>
        <p:txBody>
          <a:bodyPr/>
          <a:lstStyle/>
          <a:p>
            <a:r>
              <a:rPr lang="zh-CN" altLang="en-US" b="1" dirty="0"/>
              <a:t>挑战性任务</a:t>
            </a:r>
            <a:r>
              <a:rPr lang="en-US" altLang="zh-CN" b="1" dirty="0"/>
              <a:t>——</a:t>
            </a:r>
            <a:r>
              <a:rPr lang="zh-CN" altLang="en-US" b="1" dirty="0"/>
              <a:t>个性化模型</a:t>
            </a:r>
            <a:endParaRPr lang="en-US" altLang="zh-CN" b="1" dirty="0"/>
          </a:p>
          <a:p>
            <a:pPr lvl="1"/>
            <a:r>
              <a:rPr lang="zh-CN" altLang="en-US" b="1" dirty="0"/>
              <a:t>对模型层面进行微调，实现在小模型下完成现代诗歌任务</a:t>
            </a:r>
            <a:endParaRPr lang="en-US" altLang="zh-CN" b="1" dirty="0"/>
          </a:p>
          <a:p>
            <a:pPr lvl="1"/>
            <a:r>
              <a:rPr lang="zh-CN" altLang="en-US" b="1" dirty="0"/>
              <a:t>在不显著增加模型参数量的前提下，提升模型对现代诗语言风格、意象表达、情绪一致性能力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t>12</a:t>
            </a:fld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2666812" y="2900605"/>
            <a:ext cx="3526414" cy="3523485"/>
            <a:chOff x="903804" y="1367288"/>
            <a:chExt cx="4279811" cy="4276256"/>
          </a:xfrm>
        </p:grpSpPr>
        <p:pic>
          <p:nvPicPr>
            <p:cNvPr id="7" name="图片 6" descr="图形用户界面, 文本, 应用程序, 电子邮件&#10;&#10;AI 生成的内容可能不正确。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9271" y="1367288"/>
              <a:ext cx="4204344" cy="2350460"/>
            </a:xfrm>
            <a:prstGeom prst="rect">
              <a:avLst/>
            </a:prstGeom>
          </p:spPr>
        </p:pic>
        <p:pic>
          <p:nvPicPr>
            <p:cNvPr id="8" name="图片 7" descr="文本&#10;&#10;AI 生成的内容可能不正确。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3804" y="3717748"/>
              <a:ext cx="2647215" cy="1925796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/>
        </p:nvSpPr>
        <p:spPr>
          <a:xfrm>
            <a:off x="2777621" y="4837302"/>
            <a:ext cx="1296699" cy="1439454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对话气泡: 矩形 9"/>
          <p:cNvSpPr/>
          <p:nvPr/>
        </p:nvSpPr>
        <p:spPr>
          <a:xfrm>
            <a:off x="6364466" y="3669324"/>
            <a:ext cx="2710980" cy="775121"/>
          </a:xfrm>
          <a:prstGeom prst="wedgeRectCallout">
            <a:avLst>
              <a:gd name="adj1" fmla="val -53446"/>
              <a:gd name="adj2" fmla="val 6796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减少无意义重复</a:t>
            </a:r>
            <a:endParaRPr lang="en-US" altLang="zh-CN" dirty="0"/>
          </a:p>
          <a:p>
            <a:pPr algn="ctr"/>
            <a:r>
              <a:rPr lang="zh-CN" altLang="en-US" dirty="0"/>
              <a:t>语言更符合现代诗特征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ym typeface="+mn-ea"/>
              </a:rPr>
              <a:t>3.2 </a:t>
            </a:r>
            <a:r>
              <a:rPr lang="zh-CN" altLang="en-US" sz="4000" dirty="0">
                <a:sym typeface="+mn-ea"/>
              </a:rPr>
              <a:t>系统具体实现</a:t>
            </a:r>
            <a:r>
              <a:rPr lang="en-US" altLang="zh-CN" sz="4000" dirty="0">
                <a:sym typeface="+mn-ea"/>
              </a:rPr>
              <a:t> </a:t>
            </a:r>
            <a:r>
              <a:rPr lang="en-US" altLang="zh-CN" sz="4000" dirty="0"/>
              <a:t> </a:t>
            </a:r>
            <a:endParaRPr lang="zh-CN" alt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030" y="1027073"/>
            <a:ext cx="11235193" cy="2161604"/>
          </a:xfrm>
        </p:spPr>
        <p:txBody>
          <a:bodyPr/>
          <a:lstStyle/>
          <a:p>
            <a:r>
              <a:rPr lang="zh-CN" altLang="en-US" b="1" dirty="0"/>
              <a:t>挑战性任务</a:t>
            </a:r>
            <a:r>
              <a:rPr lang="en-US" altLang="zh-CN" b="1" dirty="0"/>
              <a:t>——</a:t>
            </a:r>
            <a:r>
              <a:rPr lang="zh-CN" altLang="en-US" b="1" dirty="0"/>
              <a:t>个性化模型</a:t>
            </a:r>
            <a:endParaRPr lang="en-US" altLang="zh-CN" b="1" dirty="0"/>
          </a:p>
          <a:p>
            <a:pPr lvl="1"/>
            <a:r>
              <a:rPr lang="zh-CN" altLang="en-US" b="1" dirty="0"/>
              <a:t>使用</a:t>
            </a:r>
            <a:r>
              <a:rPr lang="en-US" altLang="zh-CN" b="1" dirty="0"/>
              <a:t>lora</a:t>
            </a:r>
            <a:r>
              <a:rPr lang="zh-CN" altLang="en-US" b="1" dirty="0"/>
              <a:t>技术对</a:t>
            </a:r>
            <a:r>
              <a:rPr lang="en-US" altLang="zh-CN" b="1" dirty="0"/>
              <a:t>Qwen2-0.5b</a:t>
            </a:r>
            <a:r>
              <a:rPr lang="zh-CN" altLang="en-US" b="1" dirty="0"/>
              <a:t>模型进行微调</a:t>
            </a:r>
            <a:endParaRPr lang="en-US" altLang="zh-C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t>13</a:t>
            </a:fld>
            <a:endParaRPr lang="zh-CN" altLang="en-US" dirty="0"/>
          </a:p>
        </p:txBody>
      </p:sp>
      <p:pic>
        <p:nvPicPr>
          <p:cNvPr id="7" name="Picture 2" descr="大模型高效微调-LoRA原理详解和训练过程深入分析 - LeonYi - 博客园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697"/>
          <a:stretch>
            <a:fillRect/>
          </a:stretch>
        </p:blipFill>
        <p:spPr bwMode="auto">
          <a:xfrm>
            <a:off x="1650092" y="2552516"/>
            <a:ext cx="6908561" cy="2961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话气泡: 圆角矩形 7"/>
              <p:cNvSpPr/>
              <p:nvPr/>
            </p:nvSpPr>
            <p:spPr>
              <a:xfrm>
                <a:off x="423084" y="2464967"/>
                <a:ext cx="2040203" cy="818629"/>
              </a:xfrm>
              <a:prstGeom prst="wedgeRoundRectCallout">
                <a:avLst>
                  <a:gd name="adj1" fmla="val 34171"/>
                  <a:gd name="adj2" fmla="val 57189"/>
                  <a:gd name="adj3" fmla="val 1666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dirty="0"/>
                  <a:t>保持原模型参数矩阵不变，整体权重变为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16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8" name="对话气泡: 圆角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84" y="2464967"/>
                <a:ext cx="2040203" cy="818629"/>
              </a:xfrm>
              <a:prstGeom prst="wedgeRoundRectCallout">
                <a:avLst>
                  <a:gd name="adj1" fmla="val 34171"/>
                  <a:gd name="adj2" fmla="val 57189"/>
                  <a:gd name="adj3" fmla="val 16667"/>
                </a:avLst>
              </a:prstGeom>
              <a:blipFill rotWithShape="1">
                <a:blip r:embed="rId3"/>
                <a:stretch>
                  <a:fillRect l="-320" t="-841" r="-305" b="-8066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8850916" y="3105964"/>
                <a:ext cx="2869307" cy="20362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引入两个轻量矩阵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endParaRPr lang="en-US" altLang="zh-CN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将它们的乘积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/>
                  <a:t>作为对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zh-CN" altLang="en-US" dirty="0"/>
                  <a:t>的附加调整项</a:t>
                </a:r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在训练过程中，只更新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dirty="0"/>
                  <a:t>参数</a:t>
                </a: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0916" y="3105964"/>
                <a:ext cx="2869307" cy="2036263"/>
              </a:xfrm>
              <a:prstGeom prst="rect">
                <a:avLst/>
              </a:prstGeom>
              <a:blipFill rotWithShape="1">
                <a:blip r:embed="rId4"/>
                <a:stretch>
                  <a:fillRect l="-10" t="-9" r="1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对话气泡: 圆角矩形 9"/>
          <p:cNvSpPr/>
          <p:nvPr/>
        </p:nvSpPr>
        <p:spPr>
          <a:xfrm>
            <a:off x="8100535" y="2143202"/>
            <a:ext cx="2441373" cy="818629"/>
          </a:xfrm>
          <a:prstGeom prst="wedgeRoundRectCallout">
            <a:avLst>
              <a:gd name="adj1" fmla="val -35515"/>
              <a:gd name="adj2" fmla="val 9826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给模型加了一个外接调节器”，使其在推理时输出更加贴合任务需求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系统具体实现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030" y="1027073"/>
            <a:ext cx="11235193" cy="2161604"/>
          </a:xfrm>
        </p:spPr>
        <p:txBody>
          <a:bodyPr/>
          <a:lstStyle/>
          <a:p>
            <a:r>
              <a:rPr lang="zh-CN" altLang="en-US" b="1" dirty="0"/>
              <a:t>挑战性任务</a:t>
            </a:r>
            <a:r>
              <a:rPr lang="en-US" altLang="zh-CN" b="1" dirty="0"/>
              <a:t>——</a:t>
            </a:r>
            <a:r>
              <a:rPr lang="zh-CN" altLang="en-US" b="1" dirty="0"/>
              <a:t>个性化模型</a:t>
            </a:r>
          </a:p>
          <a:p>
            <a:pPr lvl="1"/>
            <a:r>
              <a:rPr lang="zh-CN" altLang="en-US" b="1" dirty="0"/>
              <a:t>中国现代诗歌数据集</a:t>
            </a:r>
            <a:r>
              <a:rPr lang="en-US" altLang="zh-CN" b="1" baseline="30000" dirty="0"/>
              <a:t>[1]</a:t>
            </a:r>
            <a:r>
              <a:rPr lang="en-US" altLang="zh-CN" b="1" dirty="0"/>
              <a:t>+Llama Factory</a:t>
            </a:r>
            <a:r>
              <a:rPr lang="en-US" altLang="zh-CN" b="1" baseline="30000" dirty="0"/>
              <a:t>[2]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t>14</a:t>
            </a:fld>
            <a:endParaRPr lang="zh-CN" altLang="en-US" dirty="0"/>
          </a:p>
        </p:txBody>
      </p:sp>
      <p:pic>
        <p:nvPicPr>
          <p:cNvPr id="6" name="图片 5" descr="图形用户界面, 文本, 应用程序, 电子邮件&#10;&#10;AI 生成的内容可能不正确。"/>
          <p:cNvPicPr>
            <a:picLocks noChangeAspect="1"/>
          </p:cNvPicPr>
          <p:nvPr/>
        </p:nvPicPr>
        <p:blipFill>
          <a:blip r:embed="rId2"/>
          <a:srcRect b="51601"/>
          <a:stretch>
            <a:fillRect/>
          </a:stretch>
        </p:blipFill>
        <p:spPr>
          <a:xfrm>
            <a:off x="897257" y="2252809"/>
            <a:ext cx="6010302" cy="1731795"/>
          </a:xfrm>
          <a:prstGeom prst="rect">
            <a:avLst/>
          </a:prstGeom>
        </p:spPr>
      </p:pic>
      <p:pic>
        <p:nvPicPr>
          <p:cNvPr id="7" name="图片 6" descr="文本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868" y="3984604"/>
            <a:ext cx="6010302" cy="1525931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5923961"/>
            <a:ext cx="12325150" cy="547259"/>
          </a:xfrm>
          <a:prstGeom prst="rect">
            <a:avLst/>
          </a:prstGeom>
          <a:solidFill>
            <a:srgbClr val="7394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09743" y="5923962"/>
            <a:ext cx="119154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[1]</a:t>
            </a:r>
            <a:r>
              <a:rPr lang="en-US" altLang="zh-CN" sz="1400" dirty="0">
                <a:hlinkClick r:id="rId4"/>
              </a:rPr>
              <a:t> README.md · </a:t>
            </a:r>
            <a:r>
              <a:rPr lang="en-US" altLang="zh-CN" sz="1400" dirty="0" err="1">
                <a:hlinkClick r:id="rId4"/>
              </a:rPr>
              <a:t>Iess</a:t>
            </a:r>
            <a:r>
              <a:rPr lang="en-US" altLang="zh-CN" sz="1400" dirty="0">
                <a:hlinkClick r:id="rId4"/>
              </a:rPr>
              <a:t>/chinese_modern_poetry at main</a:t>
            </a:r>
            <a:endParaRPr lang="en-US" altLang="zh-CN" sz="1400" dirty="0"/>
          </a:p>
          <a:p>
            <a:r>
              <a:rPr lang="en-US" altLang="zh-CN" sz="1400" dirty="0"/>
              <a:t>[2] Zheng Y, Zhang R, Zhang J, et al. </a:t>
            </a:r>
            <a:r>
              <a:rPr lang="en-US" altLang="zh-CN" sz="1400" dirty="0" err="1"/>
              <a:t>Llamafactory</a:t>
            </a:r>
            <a:r>
              <a:rPr lang="en-US" altLang="zh-CN" sz="1400" dirty="0"/>
              <a:t>: Unified efficient fine-tuning of 100+ language models[J]. </a:t>
            </a:r>
            <a:r>
              <a:rPr lang="en-US" altLang="zh-CN" sz="1400" dirty="0" err="1"/>
              <a:t>arXiv</a:t>
            </a:r>
            <a:r>
              <a:rPr lang="en-US" altLang="zh-CN" sz="1400" dirty="0"/>
              <a:t> preprint arXiv:2403.13372, 2024.</a:t>
            </a:r>
            <a:endParaRPr lang="zh-CN" altLang="en-US" sz="14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rcRect t="1763"/>
          <a:stretch>
            <a:fillRect/>
          </a:stretch>
        </p:blipFill>
        <p:spPr>
          <a:xfrm>
            <a:off x="7208768" y="2524964"/>
            <a:ext cx="4498202" cy="281968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1DF97-B645-5658-E8B9-20CE0312A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90739-5727-D9F1-9BA8-208D303B7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系统具体实现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83C28-3ED1-92FD-1299-CE55F8C7F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030" y="1027072"/>
            <a:ext cx="11235193" cy="1663501"/>
          </a:xfrm>
        </p:spPr>
        <p:txBody>
          <a:bodyPr/>
          <a:lstStyle/>
          <a:p>
            <a:r>
              <a:rPr lang="zh-CN" altLang="en-US" b="1" dirty="0"/>
              <a:t>算子优化</a:t>
            </a:r>
            <a:endParaRPr lang="en-US" altLang="zh-CN" b="1" dirty="0"/>
          </a:p>
          <a:p>
            <a:pPr lvl="1"/>
            <a:r>
              <a:rPr lang="zh-CN" altLang="en-US" b="1" dirty="0"/>
              <a:t>优化</a:t>
            </a:r>
            <a:r>
              <a:rPr lang="en-US" altLang="zh-CN" b="1" dirty="0"/>
              <a:t>RMS NORM CPU</a:t>
            </a:r>
            <a:r>
              <a:rPr lang="zh-CN" altLang="en-US" b="1" dirty="0"/>
              <a:t>算子</a:t>
            </a:r>
            <a:endParaRPr lang="en-US" altLang="zh-CN" b="1" dirty="0"/>
          </a:p>
          <a:p>
            <a:pPr lvl="2"/>
            <a:r>
              <a:rPr lang="zh-CN" altLang="en-US" b="1" dirty="0"/>
              <a:t>推理过程中大量使用</a:t>
            </a:r>
            <a:r>
              <a:rPr lang="en-US" altLang="zh-CN" b="1" dirty="0"/>
              <a:t>+</a:t>
            </a:r>
          </a:p>
          <a:p>
            <a:pPr lvl="1"/>
            <a:r>
              <a:rPr lang="zh-CN" altLang="en-US" b="1" dirty="0"/>
              <a:t>算子存在的问题</a:t>
            </a:r>
            <a:endParaRPr lang="en-US" altLang="zh-CN" b="1" dirty="0"/>
          </a:p>
          <a:p>
            <a:pPr lvl="2"/>
            <a:r>
              <a:rPr lang="zh-CN" altLang="en-US" b="1" dirty="0"/>
              <a:t>循环累加</a:t>
            </a:r>
            <a:endParaRPr lang="en-US" altLang="zh-CN" b="1" dirty="0"/>
          </a:p>
          <a:p>
            <a:pPr lvl="2"/>
            <a:r>
              <a:rPr lang="en-US" altLang="zh-CN" b="1" dirty="0" err="1"/>
              <a:t>Memcpy</a:t>
            </a:r>
            <a:r>
              <a:rPr lang="zh-CN" altLang="en-US" b="1" dirty="0"/>
              <a:t>内存复制耗时</a:t>
            </a:r>
            <a:endParaRPr lang="en-US" altLang="zh-CN" b="1" dirty="0"/>
          </a:p>
          <a:p>
            <a:pPr lvl="1"/>
            <a:endParaRPr lang="en-US" altLang="zh-CN" b="1" dirty="0"/>
          </a:p>
          <a:p>
            <a:pPr lvl="1"/>
            <a:endParaRPr lang="en-US" altLang="zh-CN" b="1" dirty="0"/>
          </a:p>
          <a:p>
            <a:pPr lvl="1"/>
            <a:endParaRPr lang="en-US" altLang="zh-C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67BB2-7E9E-BBAD-72DC-E0F10FE14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pPr/>
              <a:t>15</a:t>
            </a:fld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436D1D8-5B68-AA01-7A85-2778C8F62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125" y="2098547"/>
            <a:ext cx="2857143" cy="419048"/>
          </a:xfrm>
          <a:prstGeom prst="rect">
            <a:avLst/>
          </a:prstGeom>
        </p:spPr>
      </p:pic>
      <p:pic>
        <p:nvPicPr>
          <p:cNvPr id="9" name="图片 8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32D8FEF3-86BD-4366-06D8-FE29E674B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8049" y="3101336"/>
            <a:ext cx="6013460" cy="1663501"/>
          </a:xfrm>
          <a:prstGeom prst="rect">
            <a:avLst/>
          </a:prstGeom>
        </p:spPr>
      </p:pic>
      <p:pic>
        <p:nvPicPr>
          <p:cNvPr id="11" name="图片 10" descr="图形用户界面, 文本&#10;&#10;AI 生成的内容可能不正确。">
            <a:extLst>
              <a:ext uri="{FF2B5EF4-FFF2-40B4-BE49-F238E27FC236}">
                <a16:creationId xmlns:a16="http://schemas.microsoft.com/office/drawing/2014/main" id="{DA446258-3356-66B9-EA2C-9F27A174C1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8049" y="4879391"/>
            <a:ext cx="4857143" cy="7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9630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E6CF4-3F9B-7909-1531-AD77EC63C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AD9A9-9271-450E-4258-2D22D1BA1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系统具体实现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44A72-79DF-2B8D-6613-A04FA9184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030" y="1027072"/>
            <a:ext cx="11235193" cy="1663501"/>
          </a:xfrm>
        </p:spPr>
        <p:txBody>
          <a:bodyPr/>
          <a:lstStyle/>
          <a:p>
            <a:r>
              <a:rPr lang="zh-CN" altLang="en-US" b="1" dirty="0"/>
              <a:t>算子优化</a:t>
            </a:r>
            <a:endParaRPr lang="en-US" altLang="zh-CN" b="1" dirty="0"/>
          </a:p>
          <a:p>
            <a:pPr lvl="1"/>
            <a:r>
              <a:rPr lang="zh-CN" altLang="en-US" b="1" dirty="0"/>
              <a:t>优化方案</a:t>
            </a:r>
            <a:endParaRPr lang="en-US" altLang="zh-CN" b="1" dirty="0"/>
          </a:p>
          <a:p>
            <a:pPr lvl="2"/>
            <a:r>
              <a:rPr lang="zh-CN" altLang="en-US" b="1" dirty="0"/>
              <a:t>使用</a:t>
            </a:r>
            <a:r>
              <a:rPr lang="en-US" altLang="zh-CN" b="1" dirty="0"/>
              <a:t>SIMD</a:t>
            </a:r>
            <a:r>
              <a:rPr lang="zh-CN" altLang="en-US" b="1" dirty="0"/>
              <a:t>方法计算平方和</a:t>
            </a:r>
            <a:endParaRPr lang="en-US" altLang="zh-CN" b="1" dirty="0"/>
          </a:p>
          <a:p>
            <a:pPr lvl="2"/>
            <a:r>
              <a:rPr lang="zh-CN" altLang="en-US" b="1" dirty="0"/>
              <a:t>合并拷贝和</a:t>
            </a:r>
            <a:r>
              <a:rPr lang="en-US" altLang="zh-CN" b="1" dirty="0"/>
              <a:t>scale</a:t>
            </a:r>
          </a:p>
          <a:p>
            <a:pPr lvl="1"/>
            <a:endParaRPr lang="en-US" altLang="zh-CN" b="1" dirty="0"/>
          </a:p>
          <a:p>
            <a:pPr lvl="1"/>
            <a:endParaRPr lang="en-US" altLang="zh-CN" b="1" dirty="0"/>
          </a:p>
          <a:p>
            <a:pPr lvl="1"/>
            <a:endParaRPr lang="en-US" altLang="zh-CN" b="1" dirty="0"/>
          </a:p>
          <a:p>
            <a:pPr lvl="1"/>
            <a:endParaRPr lang="en-US" altLang="zh-CN" b="1" dirty="0"/>
          </a:p>
          <a:p>
            <a:pPr lvl="1"/>
            <a:r>
              <a:rPr lang="zh-CN" altLang="en-US" b="1" dirty="0"/>
              <a:t>优化不明显原因</a:t>
            </a:r>
            <a:endParaRPr lang="en-US" altLang="zh-CN" b="1" dirty="0"/>
          </a:p>
          <a:p>
            <a:pPr lvl="2"/>
            <a:r>
              <a:rPr lang="zh-CN" altLang="en-US" b="1" dirty="0"/>
              <a:t>循环累加部分被编译器优化</a:t>
            </a:r>
            <a:endParaRPr lang="en-US" altLang="zh-CN" b="1" dirty="0"/>
          </a:p>
          <a:p>
            <a:pPr lvl="1"/>
            <a:endParaRPr lang="en-US" altLang="zh-CN" b="1" dirty="0"/>
          </a:p>
          <a:p>
            <a:pPr lvl="1"/>
            <a:endParaRPr lang="en-US" altLang="zh-CN" b="1" dirty="0"/>
          </a:p>
          <a:p>
            <a:pPr lvl="1"/>
            <a:endParaRPr lang="en-US" altLang="zh-CN" b="1" dirty="0"/>
          </a:p>
          <a:p>
            <a:pPr lvl="1"/>
            <a:endParaRPr lang="en-US" altLang="zh-CN" b="1" dirty="0"/>
          </a:p>
          <a:p>
            <a:pPr lvl="1"/>
            <a:endParaRPr lang="en-US" altLang="zh-CN" b="1" dirty="0"/>
          </a:p>
          <a:p>
            <a:pPr lvl="1"/>
            <a:endParaRPr lang="en-US" altLang="zh-CN" b="1" dirty="0"/>
          </a:p>
          <a:p>
            <a:pPr lvl="1"/>
            <a:endParaRPr lang="en-US" altLang="zh-CN" b="1" dirty="0"/>
          </a:p>
          <a:p>
            <a:pPr lvl="1"/>
            <a:r>
              <a:rPr lang="en-US" altLang="zh-CN" b="1" dirty="0"/>
              <a:t>1</a:t>
            </a:r>
          </a:p>
          <a:p>
            <a:pPr lvl="2"/>
            <a:endParaRPr lang="en-US" altLang="zh-CN" b="1" dirty="0"/>
          </a:p>
          <a:p>
            <a:pPr lvl="2"/>
            <a:endParaRPr lang="en-US" altLang="zh-CN" b="1" dirty="0"/>
          </a:p>
          <a:p>
            <a:pPr lvl="2"/>
            <a:endParaRPr lang="en-US" altLang="zh-CN" b="1" dirty="0"/>
          </a:p>
          <a:p>
            <a:pPr lvl="2"/>
            <a:endParaRPr lang="en-US" altLang="zh-CN" b="1" dirty="0"/>
          </a:p>
          <a:p>
            <a:pPr lvl="2"/>
            <a:endParaRPr lang="en-US" altLang="zh-CN" b="1" dirty="0"/>
          </a:p>
          <a:p>
            <a:pPr marL="792000" lvl="2" indent="0">
              <a:buNone/>
            </a:pPr>
            <a:endParaRPr lang="en-US" altLang="zh-CN" b="1" dirty="0"/>
          </a:p>
          <a:p>
            <a:pPr lvl="1"/>
            <a:endParaRPr lang="en-US" altLang="zh-CN" b="1" dirty="0"/>
          </a:p>
          <a:p>
            <a:pPr lvl="1"/>
            <a:endParaRPr lang="en-US" altLang="zh-C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A3F33-41E8-3E77-AB5D-79CCF40F3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pPr/>
              <a:t>16</a:t>
            </a:fld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40362E5-8609-F655-6DAB-A6979BF48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289" y="1298579"/>
            <a:ext cx="5000000" cy="419048"/>
          </a:xfrm>
          <a:prstGeom prst="rect">
            <a:avLst/>
          </a:prstGeom>
        </p:spPr>
      </p:pic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501ACA18-A362-1C7E-1204-77DFD156B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289" y="2208234"/>
            <a:ext cx="4554659" cy="421240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E47BF1F-A0FF-E9BF-1DE8-CDF361933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5289" y="1743883"/>
            <a:ext cx="5819048" cy="438095"/>
          </a:xfrm>
          <a:prstGeom prst="rect">
            <a:avLst/>
          </a:prstGeom>
        </p:spPr>
      </p:pic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4DAA628C-FB5A-0223-0BCF-8594CB2B7EA2}"/>
              </a:ext>
            </a:extLst>
          </p:cNvPr>
          <p:cNvGraphicFramePr>
            <a:graphicFrameLocks noGrp="1"/>
          </p:cNvGraphicFramePr>
          <p:nvPr/>
        </p:nvGraphicFramePr>
        <p:xfrm>
          <a:off x="861042" y="2999759"/>
          <a:ext cx="4342485" cy="199545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447495">
                  <a:extLst>
                    <a:ext uri="{9D8B030D-6E8A-4147-A177-3AD203B41FA5}">
                      <a16:colId xmlns:a16="http://schemas.microsoft.com/office/drawing/2014/main" val="1182579987"/>
                    </a:ext>
                  </a:extLst>
                </a:gridCol>
                <a:gridCol w="1447495">
                  <a:extLst>
                    <a:ext uri="{9D8B030D-6E8A-4147-A177-3AD203B41FA5}">
                      <a16:colId xmlns:a16="http://schemas.microsoft.com/office/drawing/2014/main" val="2355805671"/>
                    </a:ext>
                  </a:extLst>
                </a:gridCol>
                <a:gridCol w="1447495">
                  <a:extLst>
                    <a:ext uri="{9D8B030D-6E8A-4147-A177-3AD203B41FA5}">
                      <a16:colId xmlns:a16="http://schemas.microsoft.com/office/drawing/2014/main" val="1014294719"/>
                    </a:ext>
                  </a:extLst>
                </a:gridCol>
              </a:tblGrid>
              <a:tr h="399091">
                <a:tc>
                  <a:txBody>
                    <a:bodyPr/>
                    <a:lstStyle/>
                    <a:p>
                      <a:r>
                        <a:rPr lang="zh-CN" altLang="en-US" dirty="0"/>
                        <a:t>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test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t/s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097191"/>
                  </a:ext>
                </a:extLst>
              </a:tr>
              <a:tr h="399091">
                <a:tc>
                  <a:txBody>
                    <a:bodyPr/>
                    <a:lstStyle/>
                    <a:p>
                      <a:r>
                        <a:rPr lang="zh-CN" altLang="en-US" dirty="0"/>
                        <a:t>优化前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pp512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154.34</a:t>
                      </a:r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±5</a:t>
                      </a:r>
                      <a:r>
                        <a:rPr lang="en-US" altLang="zh-CN" dirty="0"/>
                        <a:t>.41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898741"/>
                  </a:ext>
                </a:extLst>
              </a:tr>
              <a:tr h="3990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优化后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pp512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160.76</a:t>
                      </a:r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en-US" altLang="zh-CN" dirty="0"/>
                        <a:t>0.80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878069"/>
                  </a:ext>
                </a:extLst>
              </a:tr>
              <a:tr h="3990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优化前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tg128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13.16</a:t>
                      </a:r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±1.47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196174"/>
                  </a:ext>
                </a:extLst>
              </a:tr>
              <a:tr h="3990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优化后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tg128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14.45</a:t>
                      </a:r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en-US" altLang="zh-CN" dirty="0"/>
                        <a:t>0.50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9602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4149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8F137-861D-D4D8-1C02-3F790B6CB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D25D1-1CCB-059D-598C-710312581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系统具体实现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3F11F-B1B8-E33B-0602-9B5196EA7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030" y="1027072"/>
            <a:ext cx="11235193" cy="4465905"/>
          </a:xfrm>
        </p:spPr>
        <p:txBody>
          <a:bodyPr/>
          <a:lstStyle/>
          <a:p>
            <a:r>
              <a:rPr lang="en-US" altLang="zh-CN" b="1" dirty="0"/>
              <a:t>APP</a:t>
            </a:r>
            <a:r>
              <a:rPr lang="zh-CN" altLang="en-US" b="1" dirty="0"/>
              <a:t>开发：技术方案</a:t>
            </a:r>
            <a:endParaRPr lang="en-US" altLang="zh-CN" b="1" dirty="0"/>
          </a:p>
          <a:p>
            <a:pPr lvl="1"/>
            <a:r>
              <a:rPr lang="en-US" altLang="zh-CN" b="1" dirty="0" err="1"/>
              <a:t>llama.cpp+JNI+kotlin</a:t>
            </a:r>
            <a:r>
              <a:rPr lang="zh-CN" altLang="en-US" b="1" dirty="0"/>
              <a:t>架构</a:t>
            </a:r>
            <a:endParaRPr lang="en-US" altLang="zh-CN" b="1" dirty="0"/>
          </a:p>
          <a:p>
            <a:pPr lvl="1"/>
            <a:endParaRPr lang="en-US" altLang="zh-CN" b="1" dirty="0"/>
          </a:p>
          <a:p>
            <a:pPr lvl="1"/>
            <a:endParaRPr lang="en-US" altLang="zh-CN" b="1" dirty="0"/>
          </a:p>
          <a:p>
            <a:pPr lvl="1"/>
            <a:endParaRPr lang="en-US" altLang="zh-CN" b="1" dirty="0"/>
          </a:p>
          <a:p>
            <a:pPr lvl="1"/>
            <a:endParaRPr lang="en-US" altLang="zh-CN" b="1" dirty="0"/>
          </a:p>
          <a:p>
            <a:pPr lvl="1"/>
            <a:endParaRPr lang="en-US" altLang="zh-CN" b="1" dirty="0"/>
          </a:p>
          <a:p>
            <a:pPr lvl="1"/>
            <a:r>
              <a:rPr lang="zh-CN" altLang="en-US" b="1" dirty="0"/>
              <a:t>基于</a:t>
            </a:r>
            <a:r>
              <a:rPr lang="en-US" altLang="zh-CN" b="1" dirty="0" err="1"/>
              <a:t>llama.android</a:t>
            </a:r>
            <a:r>
              <a:rPr lang="zh-CN" altLang="en-US" b="1" dirty="0"/>
              <a:t>进行</a:t>
            </a:r>
            <a:r>
              <a:rPr lang="en-US" altLang="zh-CN" b="1" dirty="0"/>
              <a:t>app</a:t>
            </a:r>
            <a:r>
              <a:rPr lang="zh-CN" altLang="en-US" b="1" dirty="0"/>
              <a:t>页面以及推理逻辑修改</a:t>
            </a:r>
            <a:endParaRPr lang="en-US" altLang="zh-C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DBE697-8D7B-39DC-88AC-F7F3B4032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pPr/>
              <a:t>17</a:t>
            </a:fld>
            <a:endParaRPr lang="zh-CN" altLang="en-US" dirty="0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6E83887-F010-FDED-47A8-D5C39143DCA5}"/>
              </a:ext>
            </a:extLst>
          </p:cNvPr>
          <p:cNvGrpSpPr/>
          <p:nvPr/>
        </p:nvGrpSpPr>
        <p:grpSpPr>
          <a:xfrm>
            <a:off x="957095" y="2807841"/>
            <a:ext cx="1545927" cy="934135"/>
            <a:chOff x="671000" y="2605053"/>
            <a:chExt cx="2716886" cy="2282711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9468403-5A19-04D6-C173-D82880751893}"/>
                </a:ext>
              </a:extLst>
            </p:cNvPr>
            <p:cNvSpPr/>
            <p:nvPr/>
          </p:nvSpPr>
          <p:spPr>
            <a:xfrm>
              <a:off x="671000" y="2605053"/>
              <a:ext cx="2716886" cy="2282711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C0D63CE-4983-BE74-0735-D476F42F558D}"/>
                </a:ext>
              </a:extLst>
            </p:cNvPr>
            <p:cNvSpPr txBox="1"/>
            <p:nvPr/>
          </p:nvSpPr>
          <p:spPr>
            <a:xfrm>
              <a:off x="671000" y="2605053"/>
              <a:ext cx="2716886" cy="923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llama.cpp</a:t>
              </a:r>
              <a:endParaRPr lang="zh-CN" altLang="en-US" dirty="0"/>
            </a:p>
            <a:p>
              <a:pPr algn="ctr"/>
              <a:r>
                <a:rPr lang="en-US" altLang="zh-CN" dirty="0"/>
                <a:t>common.cpp</a:t>
              </a:r>
            </a:p>
            <a:p>
              <a:pPr algn="ctr"/>
              <a:r>
                <a:rPr lang="en-US" altLang="zh-CN" dirty="0"/>
                <a:t>sampling.cpp</a:t>
              </a:r>
              <a:endParaRPr lang="zh-CN" altLang="en-US" dirty="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30895F09-030E-919B-CA7B-AA421CAB28D6}"/>
              </a:ext>
            </a:extLst>
          </p:cNvPr>
          <p:cNvGrpSpPr/>
          <p:nvPr/>
        </p:nvGrpSpPr>
        <p:grpSpPr>
          <a:xfrm>
            <a:off x="4339404" y="2213315"/>
            <a:ext cx="3394463" cy="2123185"/>
            <a:chOff x="3276052" y="2276131"/>
            <a:chExt cx="3394463" cy="1967953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E48D375C-607D-F07A-7F07-56B540E1B2C3}"/>
                </a:ext>
              </a:extLst>
            </p:cNvPr>
            <p:cNvGrpSpPr/>
            <p:nvPr/>
          </p:nvGrpSpPr>
          <p:grpSpPr>
            <a:xfrm>
              <a:off x="4184419" y="2383625"/>
              <a:ext cx="1545928" cy="377848"/>
              <a:chOff x="670998" y="2605053"/>
              <a:chExt cx="2716888" cy="2282711"/>
            </a:xfrm>
          </p:grpSpPr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D3062E47-0597-7E4C-F201-93A858293221}"/>
                  </a:ext>
                </a:extLst>
              </p:cNvPr>
              <p:cNvSpPr/>
              <p:nvPr/>
            </p:nvSpPr>
            <p:spPr>
              <a:xfrm>
                <a:off x="671000" y="2605053"/>
                <a:ext cx="2716886" cy="2282711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32D3C4E5-E8FA-1FB9-4232-D4BFEA27E528}"/>
                  </a:ext>
                </a:extLst>
              </p:cNvPr>
              <p:cNvSpPr txBox="1"/>
              <p:nvPr/>
            </p:nvSpPr>
            <p:spPr>
              <a:xfrm>
                <a:off x="670998" y="2605053"/>
                <a:ext cx="2716886" cy="923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/>
                  <a:t>ai_chat.cpp</a:t>
                </a:r>
                <a:endParaRPr lang="zh-CN" altLang="en-US" dirty="0"/>
              </a:p>
            </p:txBody>
          </p:sp>
        </p:grp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06D5F4AC-1FC3-0AC1-9FD8-6BB9F5585393}"/>
                </a:ext>
              </a:extLst>
            </p:cNvPr>
            <p:cNvGrpSpPr/>
            <p:nvPr/>
          </p:nvGrpSpPr>
          <p:grpSpPr>
            <a:xfrm>
              <a:off x="3612643" y="3540229"/>
              <a:ext cx="2689477" cy="653180"/>
              <a:chOff x="670999" y="2796950"/>
              <a:chExt cx="2716886" cy="2301865"/>
            </a:xfrm>
          </p:grpSpPr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5BD889FC-1F4B-A983-04FF-0C9F2873E495}"/>
                  </a:ext>
                </a:extLst>
              </p:cNvPr>
              <p:cNvSpPr/>
              <p:nvPr/>
            </p:nvSpPr>
            <p:spPr>
              <a:xfrm>
                <a:off x="670999" y="2796950"/>
                <a:ext cx="2716886" cy="2282711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507D5B48-37C3-BF61-F834-F5F5BC97E254}"/>
                  </a:ext>
                </a:extLst>
              </p:cNvPr>
              <p:cNvSpPr txBox="1"/>
              <p:nvPr/>
            </p:nvSpPr>
            <p:spPr>
              <a:xfrm>
                <a:off x="749640" y="2821087"/>
                <a:ext cx="2591730" cy="2277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 err="1"/>
                  <a:t>InferenceEngine.kt</a:t>
                </a:r>
                <a:endParaRPr lang="en-US" altLang="zh-CN" dirty="0"/>
              </a:p>
              <a:p>
                <a:pPr algn="ctr"/>
                <a:r>
                  <a:rPr lang="en-US" altLang="zh-CN" dirty="0" err="1"/>
                  <a:t>InferenceEngineImpl.kt</a:t>
                </a:r>
                <a:endParaRPr lang="zh-CN" altLang="en-US" dirty="0"/>
              </a:p>
            </p:txBody>
          </p:sp>
        </p:grp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BEC382CA-3532-E89D-DE79-A1D53CA78CB0}"/>
                </a:ext>
              </a:extLst>
            </p:cNvPr>
            <p:cNvSpPr/>
            <p:nvPr/>
          </p:nvSpPr>
          <p:spPr>
            <a:xfrm>
              <a:off x="3276052" y="2276131"/>
              <a:ext cx="3394463" cy="196795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716BBE90-04FA-DA09-64D8-83EA1A7ACB60}"/>
              </a:ext>
            </a:extLst>
          </p:cNvPr>
          <p:cNvCxnSpPr>
            <a:cxnSpLocks/>
            <a:stCxn id="30" idx="1"/>
            <a:endCxn id="5" idx="3"/>
          </p:cNvCxnSpPr>
          <p:nvPr/>
        </p:nvCxnSpPr>
        <p:spPr>
          <a:xfrm flipH="1">
            <a:off x="2503022" y="3274908"/>
            <a:ext cx="1836382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18AF72A8-17C4-BC35-2F7F-7743C20168E8}"/>
              </a:ext>
            </a:extLst>
          </p:cNvPr>
          <p:cNvSpPr txBox="1"/>
          <p:nvPr/>
        </p:nvSpPr>
        <p:spPr>
          <a:xfrm>
            <a:off x="2608277" y="2734186"/>
            <a:ext cx="16675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调用</a:t>
            </a:r>
            <a:r>
              <a:rPr lang="en-US" altLang="zh-CN" sz="1200" dirty="0"/>
              <a:t>llama.cpp</a:t>
            </a:r>
            <a:r>
              <a:rPr lang="zh-CN" altLang="en-US" sz="1200" dirty="0"/>
              <a:t>底层函数，实现模型的加载、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zh-CN" altLang="en-US" sz="1200" dirty="0"/>
              <a:t>预填充、解码以及</a:t>
            </a:r>
            <a:endParaRPr lang="en-US" altLang="zh-CN" sz="1200" dirty="0"/>
          </a:p>
          <a:p>
            <a:r>
              <a:rPr lang="en-US" altLang="zh-CN" sz="1200" dirty="0" err="1"/>
              <a:t>kv_cache</a:t>
            </a:r>
            <a:r>
              <a:rPr lang="zh-CN" altLang="en-US" sz="1200" dirty="0"/>
              <a:t>移动等操作</a:t>
            </a: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506C6F16-31CF-5DAC-DBC9-41BA60DDD987}"/>
              </a:ext>
            </a:extLst>
          </p:cNvPr>
          <p:cNvCxnSpPr>
            <a:cxnSpLocks/>
          </p:cNvCxnSpPr>
          <p:nvPr/>
        </p:nvCxnSpPr>
        <p:spPr>
          <a:xfrm>
            <a:off x="5802164" y="2774331"/>
            <a:ext cx="0" cy="7248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03B89719-4B0E-E6CA-0409-6D75C2E891C0}"/>
              </a:ext>
            </a:extLst>
          </p:cNvPr>
          <p:cNvCxnSpPr>
            <a:cxnSpLocks/>
          </p:cNvCxnSpPr>
          <p:nvPr/>
        </p:nvCxnSpPr>
        <p:spPr>
          <a:xfrm flipV="1">
            <a:off x="6216604" y="2774331"/>
            <a:ext cx="0" cy="7248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2C57734B-62E6-F3FD-EC81-575A836E7CF5}"/>
              </a:ext>
            </a:extLst>
          </p:cNvPr>
          <p:cNvSpPr txBox="1"/>
          <p:nvPr/>
        </p:nvSpPr>
        <p:spPr>
          <a:xfrm>
            <a:off x="6280964" y="2906887"/>
            <a:ext cx="1452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JNI</a:t>
            </a:r>
            <a:r>
              <a:rPr lang="zh-CN" altLang="en-US" sz="1200" dirty="0"/>
              <a:t>构建</a:t>
            </a:r>
            <a:r>
              <a:rPr lang="en-US" altLang="zh-CN" sz="1200" dirty="0" err="1"/>
              <a:t>c++</a:t>
            </a:r>
            <a:r>
              <a:rPr lang="zh-CN" altLang="en-US" sz="1200" dirty="0"/>
              <a:t>与</a:t>
            </a:r>
            <a:r>
              <a:rPr lang="en-US" altLang="zh-CN" sz="1200" dirty="0" err="1"/>
              <a:t>kotlin</a:t>
            </a:r>
            <a:r>
              <a:rPr lang="zh-CN" altLang="en-US" sz="1200" dirty="0"/>
              <a:t>之间的桥梁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94EF08E-D115-900B-5D0C-801C019DED3C}"/>
              </a:ext>
            </a:extLst>
          </p:cNvPr>
          <p:cNvSpPr txBox="1"/>
          <p:nvPr/>
        </p:nvSpPr>
        <p:spPr>
          <a:xfrm>
            <a:off x="4349260" y="2780387"/>
            <a:ext cx="14529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提供对模型的大粒度操作，如：处理用户输入，加载历史记录</a:t>
            </a: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D27958F8-D825-9E00-E50F-9CF442EE037A}"/>
              </a:ext>
            </a:extLst>
          </p:cNvPr>
          <p:cNvGrpSpPr/>
          <p:nvPr/>
        </p:nvGrpSpPr>
        <p:grpSpPr>
          <a:xfrm>
            <a:off x="9453960" y="3035508"/>
            <a:ext cx="1545927" cy="449031"/>
            <a:chOff x="671000" y="2605053"/>
            <a:chExt cx="2716886" cy="2282711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00388BFC-8ECE-25FA-EC90-92891A80BADF}"/>
                </a:ext>
              </a:extLst>
            </p:cNvPr>
            <p:cNvSpPr/>
            <p:nvPr/>
          </p:nvSpPr>
          <p:spPr>
            <a:xfrm>
              <a:off x="671000" y="2605053"/>
              <a:ext cx="2716886" cy="2282711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F89EC9B1-2027-C72E-1542-8A62450851FE}"/>
                </a:ext>
              </a:extLst>
            </p:cNvPr>
            <p:cNvSpPr txBox="1"/>
            <p:nvPr/>
          </p:nvSpPr>
          <p:spPr>
            <a:xfrm>
              <a:off x="671000" y="2605053"/>
              <a:ext cx="2716886" cy="923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:app</a:t>
              </a:r>
              <a:endParaRPr lang="zh-CN" altLang="en-US" dirty="0"/>
            </a:p>
          </p:txBody>
        </p:sp>
      </p:grp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3D28E0F4-C74A-39AA-4BAC-7440CFE640F4}"/>
              </a:ext>
            </a:extLst>
          </p:cNvPr>
          <p:cNvCxnSpPr>
            <a:cxnSpLocks/>
          </p:cNvCxnSpPr>
          <p:nvPr/>
        </p:nvCxnSpPr>
        <p:spPr>
          <a:xfrm flipH="1">
            <a:off x="7733867" y="3271880"/>
            <a:ext cx="172009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AE75DB7B-E930-23EF-73F9-CD288E403088}"/>
              </a:ext>
            </a:extLst>
          </p:cNvPr>
          <p:cNvSpPr txBox="1"/>
          <p:nvPr/>
        </p:nvSpPr>
        <p:spPr>
          <a:xfrm>
            <a:off x="7865955" y="2764048"/>
            <a:ext cx="16675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通过</a:t>
            </a:r>
            <a:r>
              <a:rPr lang="en-US" altLang="zh-CN" sz="1200" dirty="0"/>
              <a:t>engine</a:t>
            </a:r>
            <a:r>
              <a:rPr lang="zh-CN" altLang="en-US" sz="1200" dirty="0"/>
              <a:t>类调用</a:t>
            </a:r>
            <a:r>
              <a:rPr lang="en-US" altLang="zh-CN" sz="1200" dirty="0" err="1"/>
              <a:t>cpp</a:t>
            </a:r>
            <a:r>
              <a:rPr lang="zh-CN" altLang="en-US" sz="1200" dirty="0"/>
              <a:t>内实现的模型逻辑，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zh-CN" altLang="en-US" sz="1200" dirty="0"/>
              <a:t>搭建模型交互系统</a:t>
            </a:r>
          </a:p>
        </p:txBody>
      </p:sp>
    </p:spTree>
    <p:extLst>
      <p:ext uri="{BB962C8B-B14F-4D97-AF65-F5344CB8AC3E}">
        <p14:creationId xmlns:p14="http://schemas.microsoft.com/office/powerpoint/2010/main" val="2011911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EDA42-FE38-B493-F4A0-93BE005F1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C05E7-6716-A219-4CD2-D96642327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系统具体实现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85EA5-16E2-9CFF-71D3-5149EE7CA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030" y="1027072"/>
            <a:ext cx="11235193" cy="4465905"/>
          </a:xfrm>
        </p:spPr>
        <p:txBody>
          <a:bodyPr/>
          <a:lstStyle/>
          <a:p>
            <a:r>
              <a:rPr lang="en-US" altLang="zh-CN" b="1" dirty="0"/>
              <a:t>APP</a:t>
            </a:r>
            <a:r>
              <a:rPr lang="zh-CN" altLang="en-US" b="1" dirty="0"/>
              <a:t>开发：功能实现</a:t>
            </a:r>
            <a:endParaRPr lang="en-US" altLang="zh-CN" b="1" dirty="0"/>
          </a:p>
          <a:p>
            <a:pPr lvl="1"/>
            <a:r>
              <a:rPr lang="zh-CN" altLang="en-US" b="1" dirty="0"/>
              <a:t>基础：模型推理交互，气泡风格对话系统；流式</a:t>
            </a:r>
            <a:r>
              <a:rPr lang="en-US" altLang="zh-CN" b="1" dirty="0"/>
              <a:t>token</a:t>
            </a:r>
            <a:r>
              <a:rPr lang="zh-CN" altLang="en-US" b="1" dirty="0"/>
              <a:t>加载</a:t>
            </a:r>
            <a:endParaRPr lang="en-US" altLang="zh-CN" b="1" dirty="0"/>
          </a:p>
          <a:p>
            <a:pPr lvl="1"/>
            <a:endParaRPr lang="en-US" altLang="zh-CN" b="1" dirty="0"/>
          </a:p>
          <a:p>
            <a:pPr lvl="1"/>
            <a:r>
              <a:rPr lang="zh-CN" altLang="en-US" b="1" dirty="0"/>
              <a:t>模型选择：加载本地模型</a:t>
            </a:r>
            <a:r>
              <a:rPr lang="en-US" altLang="zh-CN" b="1" dirty="0"/>
              <a:t>&amp;</a:t>
            </a:r>
            <a:r>
              <a:rPr lang="zh-CN" altLang="en-US" b="1" dirty="0"/>
              <a:t>下载模型，记录用户模型位置，便于加载</a:t>
            </a:r>
            <a:endParaRPr lang="en-US" altLang="zh-CN" b="1" dirty="0"/>
          </a:p>
          <a:p>
            <a:pPr lvl="1"/>
            <a:endParaRPr lang="en-US" altLang="zh-CN" b="1" dirty="0"/>
          </a:p>
          <a:p>
            <a:pPr lvl="1"/>
            <a:r>
              <a:rPr lang="zh-CN" altLang="en-US" b="1" dirty="0"/>
              <a:t>对话记录：本地存储对话历史；</a:t>
            </a:r>
            <a:r>
              <a:rPr lang="en-US" altLang="zh-CN" b="1" dirty="0"/>
              <a:t>LLM</a:t>
            </a:r>
            <a:r>
              <a:rPr lang="zh-CN" altLang="en-US" b="1" dirty="0"/>
              <a:t>总结对话标题；切换模型以及对话时对模型进行对话历史加载</a:t>
            </a:r>
            <a:endParaRPr lang="en-US" altLang="zh-CN" b="1" dirty="0"/>
          </a:p>
          <a:p>
            <a:pPr lvl="2"/>
            <a:endParaRPr lang="zh-CN" alt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9632E-EF6D-5F31-D839-82312FEF3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pPr/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63064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B62E9-1EAD-3B94-9316-CC3BDA1A9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24631-614F-576F-8746-22D702A1D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系统具体实现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72767-64E3-7D43-B901-7B5D122E4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030" y="1027072"/>
            <a:ext cx="11235193" cy="4465905"/>
          </a:xfrm>
        </p:spPr>
        <p:txBody>
          <a:bodyPr/>
          <a:lstStyle/>
          <a:p>
            <a:r>
              <a:rPr lang="en-US" altLang="zh-CN" b="1" dirty="0"/>
              <a:t>APP</a:t>
            </a:r>
            <a:r>
              <a:rPr lang="zh-CN" altLang="en-US" b="1" dirty="0"/>
              <a:t>开发：基础对话功能</a:t>
            </a:r>
            <a:endParaRPr lang="en-US" altLang="zh-CN" b="1" dirty="0"/>
          </a:p>
          <a:p>
            <a:pPr lvl="1"/>
            <a:r>
              <a:rPr lang="zh-CN" altLang="en-US" b="1" dirty="0"/>
              <a:t>模型推理交互，气泡风格对话系统</a:t>
            </a:r>
            <a:endParaRPr lang="en-US" altLang="zh-CN" b="1" dirty="0"/>
          </a:p>
          <a:p>
            <a:pPr lvl="1"/>
            <a:r>
              <a:rPr lang="zh-CN" altLang="en-US" b="1" dirty="0"/>
              <a:t>流式</a:t>
            </a:r>
            <a:r>
              <a:rPr lang="en-US" altLang="zh-CN" b="1" dirty="0"/>
              <a:t>token</a:t>
            </a:r>
            <a:r>
              <a:rPr lang="zh-CN" altLang="en-US" b="1" dirty="0"/>
              <a:t>加载</a:t>
            </a:r>
            <a:endParaRPr lang="en-US" altLang="zh-CN" b="1" dirty="0"/>
          </a:p>
          <a:p>
            <a:pPr lvl="1"/>
            <a:endParaRPr lang="en-US" altLang="zh-C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20D054-B004-215B-FE27-989B244E0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pPr/>
              <a:t>19</a:t>
            </a:fld>
            <a:endParaRPr lang="zh-CN" altLang="en-US" dirty="0"/>
          </a:p>
        </p:txBody>
      </p:sp>
      <p:pic>
        <p:nvPicPr>
          <p:cNvPr id="5" name="对话">
            <a:hlinkClick r:id="" action="ppaction://media"/>
            <a:extLst>
              <a:ext uri="{FF2B5EF4-FFF2-40B4-BE49-F238E27FC236}">
                <a16:creationId xmlns:a16="http://schemas.microsoft.com/office/drawing/2014/main" id="{13135135-CC27-C19F-4950-C31B8853584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49778" y="1027072"/>
            <a:ext cx="2325682" cy="517350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140C41A-5EC7-2A2E-1BF4-4B0652E029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936" y="2620429"/>
            <a:ext cx="5069064" cy="339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04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93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B4075-8B2D-3078-CEEC-CA8D8B319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2846F-F600-FEC4-D467-E386DA25C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系统具体实现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4B2FD-0204-4A21-2C03-3BA4B6F71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030" y="1027072"/>
            <a:ext cx="11235193" cy="4465905"/>
          </a:xfrm>
        </p:spPr>
        <p:txBody>
          <a:bodyPr/>
          <a:lstStyle/>
          <a:p>
            <a:r>
              <a:rPr lang="en-US" altLang="zh-CN" b="1" dirty="0"/>
              <a:t>APP</a:t>
            </a:r>
            <a:r>
              <a:rPr lang="zh-CN" altLang="en-US" b="1" dirty="0"/>
              <a:t>开发：模型选择</a:t>
            </a:r>
            <a:endParaRPr lang="en-US" altLang="zh-CN" b="1" dirty="0"/>
          </a:p>
          <a:p>
            <a:pPr lvl="1"/>
            <a:r>
              <a:rPr lang="zh-CN" altLang="en-US" b="1" dirty="0"/>
              <a:t>加载本地模型</a:t>
            </a:r>
            <a:endParaRPr lang="en-US" altLang="zh-CN" b="1" dirty="0"/>
          </a:p>
          <a:p>
            <a:pPr lvl="1"/>
            <a:r>
              <a:rPr lang="zh-CN" altLang="en-US" b="1" dirty="0"/>
              <a:t>下载模型</a:t>
            </a:r>
            <a:endParaRPr lang="en-US" altLang="zh-CN" b="1" dirty="0"/>
          </a:p>
          <a:p>
            <a:pPr lvl="1"/>
            <a:r>
              <a:rPr lang="zh-CN" altLang="en-US" b="1" dirty="0"/>
              <a:t>记录用户模型位置</a:t>
            </a:r>
            <a:endParaRPr lang="en-US" altLang="zh-CN" b="1" dirty="0"/>
          </a:p>
          <a:p>
            <a:pPr marL="360000" lvl="1" indent="0">
              <a:buNone/>
            </a:pPr>
            <a:endParaRPr lang="en-US" altLang="zh-CN" b="1" dirty="0"/>
          </a:p>
          <a:p>
            <a:pPr lvl="1"/>
            <a:endParaRPr lang="en-US" altLang="zh-C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25840-99C6-F26F-D807-F5CA8F3D7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pPr/>
              <a:t>20</a:t>
            </a:fld>
            <a:endParaRPr lang="zh-CN" altLang="en-US" dirty="0"/>
          </a:p>
        </p:txBody>
      </p:sp>
      <p:pic>
        <p:nvPicPr>
          <p:cNvPr id="13" name="图片 12" descr="电脑屏幕的截图&#10;&#10;AI 生成的内容可能不正确。">
            <a:extLst>
              <a:ext uri="{FF2B5EF4-FFF2-40B4-BE49-F238E27FC236}">
                <a16:creationId xmlns:a16="http://schemas.microsoft.com/office/drawing/2014/main" id="{AE854926-6FE3-52F7-9839-B4BCA914FC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341" y="3421708"/>
            <a:ext cx="6450643" cy="2482853"/>
          </a:xfrm>
          <a:prstGeom prst="rect">
            <a:avLst/>
          </a:prstGeom>
        </p:spPr>
      </p:pic>
      <p:pic>
        <p:nvPicPr>
          <p:cNvPr id="6" name="模型选择">
            <a:hlinkClick r:id="" action="ppaction://media"/>
            <a:extLst>
              <a:ext uri="{FF2B5EF4-FFF2-40B4-BE49-F238E27FC236}">
                <a16:creationId xmlns:a16="http://schemas.microsoft.com/office/drawing/2014/main" id="{A6E9C4DF-52F9-9DE7-F280-CA455D18D82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270525" y="1057950"/>
            <a:ext cx="2228329" cy="4956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5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53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F3124-E04F-7BFE-CBE0-CF653B4EF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33995-1385-B744-EA60-6AA4C0007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系统具体实现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F6E14-FCAB-4D37-33B3-A836C3F40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030" y="1027072"/>
            <a:ext cx="11235193" cy="4465905"/>
          </a:xfrm>
        </p:spPr>
        <p:txBody>
          <a:bodyPr/>
          <a:lstStyle/>
          <a:p>
            <a:r>
              <a:rPr lang="en-US" altLang="zh-CN" b="1" dirty="0"/>
              <a:t>APP</a:t>
            </a:r>
            <a:r>
              <a:rPr lang="zh-CN" altLang="en-US" b="1" dirty="0"/>
              <a:t>开发：对话记录</a:t>
            </a:r>
            <a:endParaRPr lang="en-US" altLang="zh-CN" b="1" dirty="0"/>
          </a:p>
          <a:p>
            <a:pPr lvl="1"/>
            <a:r>
              <a:rPr lang="zh-CN" altLang="en-US" b="1" dirty="0"/>
              <a:t>本地存储对话</a:t>
            </a:r>
            <a:endParaRPr lang="en-US" altLang="zh-CN" b="1" dirty="0"/>
          </a:p>
          <a:p>
            <a:pPr lvl="1"/>
            <a:r>
              <a:rPr lang="en-US" altLang="zh-CN" b="1" dirty="0"/>
              <a:t>LLM</a:t>
            </a:r>
            <a:r>
              <a:rPr lang="zh-CN" altLang="en-US" b="1" dirty="0"/>
              <a:t>总结对话标题</a:t>
            </a:r>
            <a:endParaRPr lang="en-US" altLang="zh-CN" b="1" dirty="0"/>
          </a:p>
          <a:p>
            <a:pPr lvl="1"/>
            <a:r>
              <a:rPr lang="zh-CN" altLang="en-US" b="1" dirty="0"/>
              <a:t>对话历史加载</a:t>
            </a:r>
            <a:endParaRPr lang="en-US" altLang="zh-CN" b="1" dirty="0"/>
          </a:p>
          <a:p>
            <a:pPr lvl="1"/>
            <a:endParaRPr lang="en-US" altLang="zh-C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22980-2AC2-88DF-DD01-1CF8A4934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pPr/>
              <a:t>21</a:t>
            </a:fld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7268147-952E-16EA-2483-74933DFA60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46" y="3343480"/>
            <a:ext cx="7526875" cy="667478"/>
          </a:xfrm>
          <a:prstGeom prst="rect">
            <a:avLst/>
          </a:prstGeom>
        </p:spPr>
      </p:pic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B46E73D8-FCD2-752E-E435-6194DB7062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145" y="4131685"/>
            <a:ext cx="7526875" cy="1931523"/>
          </a:xfrm>
          <a:prstGeom prst="rect">
            <a:avLst/>
          </a:prstGeom>
        </p:spPr>
      </p:pic>
      <p:pic>
        <p:nvPicPr>
          <p:cNvPr id="5" name="对话选择">
            <a:hlinkClick r:id="" action="ppaction://media"/>
            <a:extLst>
              <a:ext uri="{FF2B5EF4-FFF2-40B4-BE49-F238E27FC236}">
                <a16:creationId xmlns:a16="http://schemas.microsoft.com/office/drawing/2014/main" id="{763D1478-EC69-12D9-BA0E-4654E704FC1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828319" y="755501"/>
            <a:ext cx="2499716" cy="5560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086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72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84A88-EA6B-CDC2-5F33-FE5956795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A5337-9469-733C-9F1A-8EFACEE87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系统具体实现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79A61-1796-1222-092E-5DF685416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030" y="1027072"/>
            <a:ext cx="11235193" cy="3578107"/>
          </a:xfrm>
        </p:spPr>
        <p:txBody>
          <a:bodyPr/>
          <a:lstStyle/>
          <a:p>
            <a:r>
              <a:rPr lang="en-US" altLang="zh-CN" b="1" dirty="0"/>
              <a:t>APP</a:t>
            </a:r>
            <a:r>
              <a:rPr lang="zh-CN" altLang="en-US" b="1" dirty="0"/>
              <a:t>开发：其它修改</a:t>
            </a:r>
            <a:endParaRPr lang="en-US" altLang="zh-CN" b="1" dirty="0"/>
          </a:p>
          <a:p>
            <a:pPr lvl="1"/>
            <a:r>
              <a:rPr lang="en-US" altLang="zh-CN" b="1" dirty="0" err="1"/>
              <a:t>shift_context</a:t>
            </a:r>
            <a:r>
              <a:rPr lang="zh-CN" altLang="en-US" b="1" dirty="0"/>
              <a:t>问题</a:t>
            </a:r>
            <a:endParaRPr lang="en-US" altLang="zh-C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A3FAF-D8B6-F37B-3F7A-DDE9F43EB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pPr/>
              <a:t>22</a:t>
            </a:fld>
            <a:endParaRPr lang="zh-CN" altLang="en-US" dirty="0"/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04F00B72-12D1-3572-F7A5-FA1355B10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333" y="2142166"/>
            <a:ext cx="5776882" cy="2235715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1D4CCFD1-812D-2515-F3F0-45348B7E3CD5}"/>
              </a:ext>
            </a:extLst>
          </p:cNvPr>
          <p:cNvSpPr/>
          <p:nvPr/>
        </p:nvSpPr>
        <p:spPr>
          <a:xfrm>
            <a:off x="981281" y="5270409"/>
            <a:ext cx="361813" cy="3749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7BF9DA-2B15-9C38-4AD5-67C6DD2DC617}"/>
              </a:ext>
            </a:extLst>
          </p:cNvPr>
          <p:cNvSpPr/>
          <p:nvPr/>
        </p:nvSpPr>
        <p:spPr>
          <a:xfrm>
            <a:off x="1343094" y="5270409"/>
            <a:ext cx="361813" cy="3749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702189E-F9F9-7344-8002-F8A3ECB700D7}"/>
              </a:ext>
            </a:extLst>
          </p:cNvPr>
          <p:cNvSpPr/>
          <p:nvPr/>
        </p:nvSpPr>
        <p:spPr>
          <a:xfrm>
            <a:off x="1704907" y="5270409"/>
            <a:ext cx="361813" cy="3749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C4D3F61-A5C3-CC4F-775F-87716F5D1E3A}"/>
              </a:ext>
            </a:extLst>
          </p:cNvPr>
          <p:cNvSpPr/>
          <p:nvPr/>
        </p:nvSpPr>
        <p:spPr>
          <a:xfrm>
            <a:off x="2066720" y="5270409"/>
            <a:ext cx="361813" cy="3749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406AB01-BB3F-A828-4428-6612CF33F1EA}"/>
              </a:ext>
            </a:extLst>
          </p:cNvPr>
          <p:cNvSpPr/>
          <p:nvPr/>
        </p:nvSpPr>
        <p:spPr>
          <a:xfrm>
            <a:off x="2428533" y="5270409"/>
            <a:ext cx="361813" cy="3749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1C893F7-7592-3E39-3ABD-8AF6977E520A}"/>
              </a:ext>
            </a:extLst>
          </p:cNvPr>
          <p:cNvSpPr/>
          <p:nvPr/>
        </p:nvSpPr>
        <p:spPr>
          <a:xfrm>
            <a:off x="2790346" y="5270409"/>
            <a:ext cx="361813" cy="3749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5AE41AA-C3D1-BEF9-9C32-61F5A24A471B}"/>
              </a:ext>
            </a:extLst>
          </p:cNvPr>
          <p:cNvSpPr/>
          <p:nvPr/>
        </p:nvSpPr>
        <p:spPr>
          <a:xfrm>
            <a:off x="3152159" y="5270409"/>
            <a:ext cx="361813" cy="3749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7A80FA4-862C-1A27-FC04-514C57A6B4DA}"/>
              </a:ext>
            </a:extLst>
          </p:cNvPr>
          <p:cNvSpPr/>
          <p:nvPr/>
        </p:nvSpPr>
        <p:spPr>
          <a:xfrm>
            <a:off x="3513972" y="5270409"/>
            <a:ext cx="361813" cy="3749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75FB7F0-8123-74E5-7434-E4031ED18739}"/>
              </a:ext>
            </a:extLst>
          </p:cNvPr>
          <p:cNvSpPr/>
          <p:nvPr/>
        </p:nvSpPr>
        <p:spPr>
          <a:xfrm>
            <a:off x="3875785" y="5270409"/>
            <a:ext cx="361813" cy="3749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810F5A0-DACE-31C5-D52B-8E5797199450}"/>
              </a:ext>
            </a:extLst>
          </p:cNvPr>
          <p:cNvSpPr/>
          <p:nvPr/>
        </p:nvSpPr>
        <p:spPr>
          <a:xfrm>
            <a:off x="4237598" y="5270409"/>
            <a:ext cx="361813" cy="3749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BB3C1B7-6B95-A883-706C-AFDC0F55A564}"/>
              </a:ext>
            </a:extLst>
          </p:cNvPr>
          <p:cNvSpPr/>
          <p:nvPr/>
        </p:nvSpPr>
        <p:spPr>
          <a:xfrm>
            <a:off x="4599411" y="5270409"/>
            <a:ext cx="361813" cy="3749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61436BA-0D7C-61F7-486E-5C8CE36B3D88}"/>
              </a:ext>
            </a:extLst>
          </p:cNvPr>
          <p:cNvSpPr/>
          <p:nvPr/>
        </p:nvSpPr>
        <p:spPr>
          <a:xfrm>
            <a:off x="4961224" y="5270409"/>
            <a:ext cx="361813" cy="3749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F79DB41-6E3F-6C5E-E7E1-523CD5E962FF}"/>
              </a:ext>
            </a:extLst>
          </p:cNvPr>
          <p:cNvSpPr/>
          <p:nvPr/>
        </p:nvSpPr>
        <p:spPr>
          <a:xfrm>
            <a:off x="5323037" y="5270409"/>
            <a:ext cx="361813" cy="3749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5AAEAE7-0262-3929-7F11-3CFE8BA7ED13}"/>
              </a:ext>
            </a:extLst>
          </p:cNvPr>
          <p:cNvSpPr/>
          <p:nvPr/>
        </p:nvSpPr>
        <p:spPr>
          <a:xfrm>
            <a:off x="5684850" y="5270409"/>
            <a:ext cx="361813" cy="3749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7E71B2D-5655-8553-5A48-26D724564EF8}"/>
              </a:ext>
            </a:extLst>
          </p:cNvPr>
          <p:cNvSpPr/>
          <p:nvPr/>
        </p:nvSpPr>
        <p:spPr>
          <a:xfrm>
            <a:off x="6046663" y="5270409"/>
            <a:ext cx="361813" cy="3749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AD3E54B-7EAF-A70A-3153-3B932B6BA218}"/>
              </a:ext>
            </a:extLst>
          </p:cNvPr>
          <p:cNvSpPr/>
          <p:nvPr/>
        </p:nvSpPr>
        <p:spPr>
          <a:xfrm>
            <a:off x="6408476" y="5270409"/>
            <a:ext cx="361813" cy="3749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AFAF295A-8412-A8A3-913B-A8E6E8B29412}"/>
              </a:ext>
            </a:extLst>
          </p:cNvPr>
          <p:cNvCxnSpPr/>
          <p:nvPr/>
        </p:nvCxnSpPr>
        <p:spPr>
          <a:xfrm>
            <a:off x="5854791" y="4960126"/>
            <a:ext cx="0" cy="2565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DEBCB85F-9A6C-09A2-DF43-889711F39DD7}"/>
              </a:ext>
            </a:extLst>
          </p:cNvPr>
          <p:cNvSpPr txBox="1"/>
          <p:nvPr/>
        </p:nvSpPr>
        <p:spPr>
          <a:xfrm>
            <a:off x="5413489" y="4729294"/>
            <a:ext cx="8826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/>
              <a:t>shift</a:t>
            </a:r>
            <a:r>
              <a:rPr lang="zh-CN" altLang="en-US" sz="900" dirty="0"/>
              <a:t>前</a:t>
            </a:r>
            <a:r>
              <a:rPr lang="en-US" altLang="zh-CN" sz="900" dirty="0"/>
              <a:t>position</a:t>
            </a:r>
            <a:endParaRPr lang="zh-CN" altLang="en-US" sz="900" dirty="0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3FB74676-4EEC-FF16-FB32-FAF1C69D68A2}"/>
              </a:ext>
            </a:extLst>
          </p:cNvPr>
          <p:cNvCxnSpPr/>
          <p:nvPr/>
        </p:nvCxnSpPr>
        <p:spPr>
          <a:xfrm>
            <a:off x="3333065" y="4960126"/>
            <a:ext cx="0" cy="2565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3091C3A9-2093-A4FC-E6B4-C9CC237AAA98}"/>
              </a:ext>
            </a:extLst>
          </p:cNvPr>
          <p:cNvSpPr txBox="1"/>
          <p:nvPr/>
        </p:nvSpPr>
        <p:spPr>
          <a:xfrm>
            <a:off x="2930170" y="4729294"/>
            <a:ext cx="8826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/>
              <a:t>shift</a:t>
            </a:r>
            <a:r>
              <a:rPr lang="zh-CN" altLang="en-US" sz="900" dirty="0"/>
              <a:t>后</a:t>
            </a:r>
            <a:r>
              <a:rPr lang="en-US" altLang="zh-CN" sz="900" dirty="0"/>
              <a:t>position</a:t>
            </a:r>
            <a:endParaRPr lang="zh-CN" altLang="en-US" sz="900" dirty="0"/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179EF324-6E51-682D-9070-EC1EEA15F9ED}"/>
              </a:ext>
            </a:extLst>
          </p:cNvPr>
          <p:cNvCxnSpPr>
            <a:cxnSpLocks/>
          </p:cNvCxnSpPr>
          <p:nvPr/>
        </p:nvCxnSpPr>
        <p:spPr>
          <a:xfrm flipV="1">
            <a:off x="4780317" y="5645375"/>
            <a:ext cx="0" cy="3015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022D84AE-D8AE-21C6-CA24-FFAE5A3647E1}"/>
              </a:ext>
            </a:extLst>
          </p:cNvPr>
          <p:cNvSpPr txBox="1"/>
          <p:nvPr/>
        </p:nvSpPr>
        <p:spPr>
          <a:xfrm>
            <a:off x="4339015" y="5952520"/>
            <a:ext cx="882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dirty="0"/>
              <a:t>当前</a:t>
            </a:r>
            <a:r>
              <a:rPr lang="en-US" altLang="zh-CN" sz="900" dirty="0"/>
              <a:t>batch</a:t>
            </a:r>
            <a:r>
              <a:rPr lang="zh-CN" altLang="en-US" sz="900" dirty="0"/>
              <a:t>初始位置</a:t>
            </a:r>
          </a:p>
        </p:txBody>
      </p:sp>
    </p:spTree>
    <p:extLst>
      <p:ext uri="{BB962C8B-B14F-4D97-AF65-F5344CB8AC3E}">
        <p14:creationId xmlns:p14="http://schemas.microsoft.com/office/powerpoint/2010/main" val="33555950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3.3 </a:t>
            </a:r>
            <a:r>
              <a:rPr lang="zh-CN" altLang="en-US" dirty="0"/>
              <a:t>项目进展路线图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030" y="1027073"/>
            <a:ext cx="11235193" cy="2161604"/>
          </a:xfrm>
        </p:spPr>
        <p:txBody>
          <a:bodyPr/>
          <a:lstStyle/>
          <a:p>
            <a:pPr algn="just"/>
            <a:r>
              <a:rPr lang="zh-CN" altLang="en-US" b="1" dirty="0"/>
              <a:t>在不同阶段实现的目标和内容，体现出阶段性里程碑，以及过程控制</a:t>
            </a:r>
            <a:endParaRPr lang="en-US" altLang="zh-C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t>23</a:t>
            </a:fld>
            <a:endParaRPr lang="zh-CN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238238" y="2367751"/>
          <a:ext cx="9516084" cy="3236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6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60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6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10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94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676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5889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九月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十月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十一月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十二月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一月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795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目标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基础知识学习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基础知识学习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端侧设备部署</a:t>
                      </a:r>
                      <a:endParaRPr lang="en-US" altLang="zh-CN" dirty="0"/>
                    </a:p>
                    <a:p>
                      <a:pPr algn="ctr"/>
                      <a:r>
                        <a:rPr lang="en-US" altLang="zh-CN" dirty="0"/>
                        <a:t>APP</a:t>
                      </a:r>
                      <a:r>
                        <a:rPr lang="zh-CN" altLang="en-US" dirty="0"/>
                        <a:t>开发</a:t>
                      </a:r>
                      <a:endParaRPr lang="en-US" altLang="zh-CN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kern="0" dirty="0">
                          <a:latin typeface="+mn-ea"/>
                          <a:ea typeface="+mn-ea"/>
                          <a:cs typeface="Fira Sans"/>
                          <a:sym typeface="Fira Sans"/>
                        </a:rPr>
                        <a:t>LLM</a:t>
                      </a:r>
                      <a:r>
                        <a:rPr lang="zh-CN" altLang="en-US" sz="1800" b="0" kern="0" dirty="0">
                          <a:latin typeface="+mn-ea"/>
                          <a:ea typeface="+mn-ea"/>
                          <a:cs typeface="Fira Sans"/>
                          <a:sym typeface="Fira Sans"/>
                        </a:rPr>
                        <a:t>部署优化</a:t>
                      </a:r>
                      <a:endParaRPr lang="en-US" altLang="zh-CN" sz="1800" b="0" kern="0" dirty="0">
                        <a:latin typeface="+mn-ea"/>
                        <a:ea typeface="+mn-ea"/>
                        <a:cs typeface="Fira Sans"/>
                        <a:sym typeface="Fira San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kern="0" dirty="0">
                          <a:latin typeface="+mn-ea"/>
                          <a:ea typeface="+mn-ea"/>
                          <a:cs typeface="Fira Sans"/>
                          <a:sym typeface="Fira Sans"/>
                        </a:rPr>
                        <a:t>LLM</a:t>
                      </a:r>
                      <a:r>
                        <a:rPr lang="zh-CN" altLang="en-US" sz="1800" b="0" kern="0" dirty="0">
                          <a:latin typeface="+mn-ea"/>
                          <a:ea typeface="+mn-ea"/>
                          <a:cs typeface="Fira Sans"/>
                          <a:sym typeface="Fira Sans"/>
                        </a:rPr>
                        <a:t>模型优化</a:t>
                      </a:r>
                      <a:endParaRPr lang="en-US" altLang="zh-CN" sz="1800" b="0" kern="0" dirty="0">
                        <a:latin typeface="+mn-ea"/>
                        <a:ea typeface="+mn-ea"/>
                        <a:cs typeface="Fira Sans"/>
                        <a:sym typeface="Fira Sans"/>
                      </a:endParaRPr>
                    </a:p>
                    <a:p>
                      <a:pPr algn="ctr"/>
                      <a:r>
                        <a:rPr lang="zh-CN" altLang="en-US" dirty="0"/>
                        <a:t>个性化模型实现</a:t>
                      </a:r>
                      <a:endParaRPr lang="en-US" altLang="zh-CN" dirty="0"/>
                    </a:p>
                    <a:p>
                      <a:pPr algn="ctr"/>
                      <a:r>
                        <a:rPr lang="en-US" altLang="zh-CN" dirty="0"/>
                        <a:t>APP</a:t>
                      </a:r>
                      <a:r>
                        <a:rPr lang="zh-CN" altLang="en-US" dirty="0"/>
                        <a:t>完善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795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杨逸舸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基础知识学习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基础知识学习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端侧设备部署</a:t>
                      </a:r>
                      <a:endParaRPr lang="en-US" altLang="zh-CN" dirty="0"/>
                    </a:p>
                    <a:p>
                      <a:pPr algn="ctr"/>
                      <a:r>
                        <a:rPr lang="en-US" altLang="zh-CN" dirty="0"/>
                        <a:t>APP</a:t>
                      </a:r>
                      <a:r>
                        <a:rPr lang="zh-CN" altLang="en-US" dirty="0"/>
                        <a:t>开发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kern="0" dirty="0">
                          <a:latin typeface="+mn-ea"/>
                          <a:ea typeface="+mn-ea"/>
                          <a:cs typeface="Fira Sans"/>
                          <a:sym typeface="Fira Sans"/>
                        </a:rPr>
                        <a:t>LLM</a:t>
                      </a:r>
                      <a:r>
                        <a:rPr lang="zh-CN" altLang="en-US" sz="1800" b="0" kern="0" dirty="0">
                          <a:latin typeface="+mn-ea"/>
                          <a:ea typeface="+mn-ea"/>
                          <a:cs typeface="Fira Sans"/>
                          <a:sym typeface="Fira Sans"/>
                        </a:rPr>
                        <a:t>模型优化</a:t>
                      </a:r>
                      <a:endParaRPr lang="en-US" altLang="zh-CN" sz="1800" b="0" kern="0" dirty="0">
                        <a:latin typeface="+mn-ea"/>
                        <a:ea typeface="+mn-ea"/>
                        <a:cs typeface="Fira Sans"/>
                        <a:sym typeface="Fira San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APP</a:t>
                      </a:r>
                      <a:r>
                        <a:rPr lang="zh-CN" altLang="en-US" dirty="0"/>
                        <a:t>完善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795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朱治屹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基础知识学习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基础知识学习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端侧设备部署</a:t>
                      </a:r>
                      <a:endParaRPr lang="en-US" altLang="zh-CN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APP</a:t>
                      </a:r>
                      <a:r>
                        <a:rPr lang="zh-CN" altLang="en-US" dirty="0"/>
                        <a:t>开发</a:t>
                      </a:r>
                      <a:endParaRPr lang="en-US" altLang="zh-C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kern="0" dirty="0">
                          <a:latin typeface="+mn-ea"/>
                          <a:ea typeface="+mn-ea"/>
                          <a:cs typeface="Fira Sans"/>
                          <a:sym typeface="Fira Sans"/>
                        </a:rPr>
                        <a:t>LLM</a:t>
                      </a:r>
                      <a:r>
                        <a:rPr lang="zh-CN" altLang="en-US" sz="1800" b="0" kern="0" dirty="0">
                          <a:latin typeface="+mn-ea"/>
                          <a:ea typeface="+mn-ea"/>
                          <a:cs typeface="Fira Sans"/>
                          <a:sym typeface="Fira Sans"/>
                        </a:rPr>
                        <a:t>模型优化</a:t>
                      </a:r>
                      <a:endParaRPr lang="en-US" altLang="zh-CN" sz="1800" b="0" kern="0" dirty="0">
                        <a:latin typeface="+mn-ea"/>
                        <a:ea typeface="+mn-ea"/>
                        <a:cs typeface="Fira Sans"/>
                        <a:sym typeface="Fira San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APP</a:t>
                      </a:r>
                      <a:r>
                        <a:rPr lang="zh-CN" altLang="en-US" dirty="0"/>
                        <a:t>完善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795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胡睿希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基础知识学习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基础知识学习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端侧设备部署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kern="0" dirty="0">
                          <a:latin typeface="+mn-ea"/>
                          <a:ea typeface="+mn-ea"/>
                          <a:cs typeface="Fira Sans"/>
                          <a:sym typeface="Fira Sans"/>
                        </a:rPr>
                        <a:t>LLM</a:t>
                      </a:r>
                      <a:r>
                        <a:rPr lang="zh-CN" altLang="en-US" sz="1800" b="0" kern="0" dirty="0">
                          <a:latin typeface="+mn-ea"/>
                          <a:ea typeface="+mn-ea"/>
                          <a:cs typeface="Fira Sans"/>
                          <a:sym typeface="Fira Sans"/>
                        </a:rPr>
                        <a:t>部署优化</a:t>
                      </a:r>
                      <a:endParaRPr lang="en-US" altLang="zh-CN" sz="1800" b="0" kern="0" dirty="0">
                        <a:latin typeface="+mn-ea"/>
                        <a:ea typeface="+mn-ea"/>
                        <a:cs typeface="Fira Sans"/>
                        <a:sym typeface="Fira San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个性化模型实现</a:t>
                      </a:r>
                      <a:endParaRPr lang="en-US" altLang="zh-CN" dirty="0"/>
                    </a:p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3.4 </a:t>
            </a:r>
            <a:r>
              <a:rPr lang="zh-CN" altLang="en-US" dirty="0"/>
              <a:t>项目分工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030" y="1027073"/>
            <a:ext cx="11235193" cy="2161604"/>
          </a:xfrm>
        </p:spPr>
        <p:txBody>
          <a:bodyPr/>
          <a:lstStyle/>
          <a:p>
            <a:r>
              <a:rPr lang="zh-CN" altLang="en-US" b="1" dirty="0"/>
              <a:t>团队小组分工情况</a:t>
            </a:r>
          </a:p>
          <a:p>
            <a:endParaRPr lang="zh-CN" altLang="en-US" b="1" dirty="0"/>
          </a:p>
          <a:p>
            <a:r>
              <a:rPr lang="zh-CN" altLang="en-US" b="1" dirty="0"/>
              <a:t>胡睿希：端侧设备部署、</a:t>
            </a:r>
            <a:r>
              <a:rPr lang="en-US" altLang="zh-CN" b="1" dirty="0"/>
              <a:t>LLM</a:t>
            </a:r>
            <a:r>
              <a:rPr lang="zh-CN" altLang="en-US" b="1" dirty="0"/>
              <a:t>部署优化、模型微调实现个性化</a:t>
            </a:r>
          </a:p>
          <a:p>
            <a:endParaRPr lang="zh-CN" altLang="en-US" b="1" dirty="0"/>
          </a:p>
          <a:p>
            <a:r>
              <a:rPr lang="zh-CN" altLang="en-US" b="1" dirty="0"/>
              <a:t>杨逸舸：端侧设备部署、</a:t>
            </a:r>
            <a:r>
              <a:rPr lang="en-US" altLang="zh-CN" b="1" dirty="0"/>
              <a:t>APP</a:t>
            </a:r>
            <a:r>
              <a:rPr lang="zh-CN" altLang="en-US" b="1" dirty="0"/>
              <a:t>开发、端侧模型优化（算子优化）</a:t>
            </a:r>
          </a:p>
          <a:p>
            <a:endParaRPr lang="zh-CN" altLang="en-US" b="1" dirty="0"/>
          </a:p>
          <a:p>
            <a:r>
              <a:rPr lang="zh-CN" altLang="en-US" b="1" dirty="0"/>
              <a:t>朱治屹：</a:t>
            </a:r>
            <a:r>
              <a:rPr lang="zh-CN" altLang="en-US" b="1" dirty="0">
                <a:sym typeface="+mn-ea"/>
              </a:rPr>
              <a:t>端侧设备部署、</a:t>
            </a:r>
            <a:r>
              <a:rPr lang="en-US" altLang="zh-CN" b="1" dirty="0">
                <a:sym typeface="+mn-ea"/>
              </a:rPr>
              <a:t>APP</a:t>
            </a:r>
            <a:r>
              <a:rPr lang="zh-CN" altLang="en-US" b="1" dirty="0">
                <a:sym typeface="+mn-ea"/>
              </a:rPr>
              <a:t>开发、端侧模型优化（</a:t>
            </a:r>
            <a:r>
              <a:rPr lang="en-US" altLang="zh-CN" b="1" dirty="0">
                <a:sym typeface="+mn-ea"/>
              </a:rPr>
              <a:t>KV Cache</a:t>
            </a:r>
            <a:r>
              <a:rPr lang="zh-CN" altLang="en-US" b="1" dirty="0">
                <a:sym typeface="+mn-ea"/>
              </a:rPr>
              <a:t>优化）</a:t>
            </a:r>
            <a:endParaRPr lang="zh-CN" altLang="en-US" b="1" dirty="0"/>
          </a:p>
          <a:p>
            <a:endParaRPr lang="zh-CN" alt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t>24</a:t>
            </a:fld>
            <a:endParaRPr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3.5 </a:t>
            </a:r>
            <a:r>
              <a:rPr lang="zh-CN" altLang="en-US" sz="4000" dirty="0"/>
              <a:t>目标达成情况对照表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031" y="1045854"/>
            <a:ext cx="11235193" cy="2993942"/>
          </a:xfrm>
        </p:spPr>
        <p:txBody>
          <a:bodyPr/>
          <a:lstStyle/>
          <a:p>
            <a:r>
              <a:rPr lang="zh-CN" altLang="en-US" b="1" dirty="0"/>
              <a:t>项目对应的技术方案评级的完成情况</a:t>
            </a:r>
            <a:endParaRPr lang="en-US" altLang="zh-C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t>25</a:t>
            </a:fld>
            <a:endParaRPr lang="zh-CN" altLang="en-US" dirty="0"/>
          </a:p>
        </p:txBody>
      </p:sp>
      <p:cxnSp>
        <p:nvCxnSpPr>
          <p:cNvPr id="5" name="Google Shape;1467;p44"/>
          <p:cNvCxnSpPr>
            <a:endCxn id="23" idx="3"/>
          </p:cNvCxnSpPr>
          <p:nvPr/>
        </p:nvCxnSpPr>
        <p:spPr>
          <a:xfrm flipV="1">
            <a:off x="818505" y="2873216"/>
            <a:ext cx="2823895" cy="2500699"/>
          </a:xfrm>
          <a:prstGeom prst="straightConnector1">
            <a:avLst/>
          </a:prstGeom>
          <a:noFill/>
          <a:ln w="114300" cap="flat" cmpd="sng">
            <a:solidFill>
              <a:srgbClr val="EEEEEE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Google Shape;1468;p44"/>
          <p:cNvCxnSpPr>
            <a:stCxn id="20" idx="1"/>
          </p:cNvCxnSpPr>
          <p:nvPr/>
        </p:nvCxnSpPr>
        <p:spPr>
          <a:xfrm flipH="1">
            <a:off x="3174699" y="3382893"/>
            <a:ext cx="3226169" cy="142385"/>
          </a:xfrm>
          <a:prstGeom prst="straightConnector1">
            <a:avLst/>
          </a:prstGeom>
          <a:noFill/>
          <a:ln w="19050" cap="flat" cmpd="sng">
            <a:solidFill>
              <a:srgbClr val="027488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7" name="Google Shape;1470;p44"/>
          <p:cNvCxnSpPr>
            <a:stCxn id="31" idx="1"/>
          </p:cNvCxnSpPr>
          <p:nvPr/>
        </p:nvCxnSpPr>
        <p:spPr>
          <a:xfrm flipH="1" flipV="1">
            <a:off x="2403127" y="4340715"/>
            <a:ext cx="3997741" cy="25135"/>
          </a:xfrm>
          <a:prstGeom prst="straightConnector1">
            <a:avLst/>
          </a:prstGeom>
          <a:noFill/>
          <a:ln w="19050" cap="flat" cmpd="sng">
            <a:solidFill>
              <a:srgbClr val="00A3A3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9" name="Google Shape;1474;p44"/>
          <p:cNvCxnSpPr>
            <a:stCxn id="42" idx="1"/>
          </p:cNvCxnSpPr>
          <p:nvPr/>
        </p:nvCxnSpPr>
        <p:spPr>
          <a:xfrm flipH="1">
            <a:off x="1424719" y="5139613"/>
            <a:ext cx="4976150" cy="20378"/>
          </a:xfrm>
          <a:prstGeom prst="straightConnector1">
            <a:avLst/>
          </a:prstGeom>
          <a:noFill/>
          <a:ln w="19050" cap="flat" cmpd="sng">
            <a:solidFill>
              <a:srgbClr val="00AEC0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0" name="Google Shape;1469;p44"/>
          <p:cNvSpPr txBox="1"/>
          <p:nvPr/>
        </p:nvSpPr>
        <p:spPr>
          <a:xfrm>
            <a:off x="6400868" y="3030835"/>
            <a:ext cx="5407105" cy="70411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Fira Sans"/>
                <a:sym typeface="Fira Sans"/>
              </a:rPr>
              <a:t>个性化模型实现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Fira Sans"/>
              <a:sym typeface="Fira San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lang="zh-CN" altLang="en-US" sz="1800" b="1" kern="0" dirty="0">
                <a:solidFill>
                  <a:schemeClr val="tx1"/>
                </a:solidFill>
                <a:latin typeface="+mn-ea"/>
                <a:ea typeface="+mn-ea"/>
                <a:cs typeface="Fira Sans"/>
                <a:sym typeface="Fira Sans"/>
              </a:rPr>
              <a:t>成果展示优化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Fira Sans"/>
              <a:sym typeface="Fira Sans"/>
            </a:endParaRPr>
          </a:p>
        </p:txBody>
      </p:sp>
      <p:grpSp>
        <p:nvGrpSpPr>
          <p:cNvPr id="21" name="Google Shape;1489;p44"/>
          <p:cNvGrpSpPr/>
          <p:nvPr/>
        </p:nvGrpSpPr>
        <p:grpSpPr>
          <a:xfrm>
            <a:off x="2771969" y="2433386"/>
            <a:ext cx="870530" cy="1234491"/>
            <a:chOff x="5024067" y="2591745"/>
            <a:chExt cx="776188" cy="1100705"/>
          </a:xfrm>
        </p:grpSpPr>
        <p:grpSp>
          <p:nvGrpSpPr>
            <p:cNvPr id="22" name="Google Shape;1490;p44"/>
            <p:cNvGrpSpPr/>
            <p:nvPr/>
          </p:nvGrpSpPr>
          <p:grpSpPr>
            <a:xfrm>
              <a:off x="5024217" y="2591745"/>
              <a:ext cx="776038" cy="1100705"/>
              <a:chOff x="1717711" y="2392613"/>
              <a:chExt cx="929165" cy="1317894"/>
            </a:xfrm>
          </p:grpSpPr>
          <p:sp>
            <p:nvSpPr>
              <p:cNvPr id="24" name="Google Shape;1491;p44"/>
              <p:cNvSpPr/>
              <p:nvPr/>
            </p:nvSpPr>
            <p:spPr>
              <a:xfrm>
                <a:off x="1880130" y="3369595"/>
                <a:ext cx="589086" cy="340912"/>
              </a:xfrm>
              <a:custGeom>
                <a:avLst/>
                <a:gdLst/>
                <a:ahLst/>
                <a:cxnLst/>
                <a:rect l="l" t="t" r="r" b="b"/>
                <a:pathLst>
                  <a:path w="18396" h="10646" extrusionOk="0">
                    <a:moveTo>
                      <a:pt x="9178" y="1"/>
                    </a:moveTo>
                    <a:cubicBezTo>
                      <a:pt x="4111" y="1"/>
                      <a:pt x="12" y="2366"/>
                      <a:pt x="0" y="5299"/>
                    </a:cubicBezTo>
                    <a:cubicBezTo>
                      <a:pt x="0" y="8240"/>
                      <a:pt x="4108" y="10633"/>
                      <a:pt x="9180" y="10645"/>
                    </a:cubicBezTo>
                    <a:cubicBezTo>
                      <a:pt x="9205" y="10645"/>
                      <a:pt x="9230" y="10645"/>
                      <a:pt x="9255" y="10645"/>
                    </a:cubicBezTo>
                    <a:cubicBezTo>
                      <a:pt x="14293" y="10645"/>
                      <a:pt x="18383" y="8273"/>
                      <a:pt x="18383" y="5347"/>
                    </a:cubicBezTo>
                    <a:cubicBezTo>
                      <a:pt x="18395" y="2406"/>
                      <a:pt x="14288" y="13"/>
                      <a:pt x="9216" y="1"/>
                    </a:cubicBezTo>
                    <a:cubicBezTo>
                      <a:pt x="9203" y="1"/>
                      <a:pt x="9190" y="1"/>
                      <a:pt x="9178" y="1"/>
                    </a:cubicBez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defRPr/>
                </a:pPr>
                <a:endParaRPr kumimoji="0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5" name="Google Shape;1492;p44"/>
              <p:cNvSpPr/>
              <p:nvPr/>
            </p:nvSpPr>
            <p:spPr>
              <a:xfrm>
                <a:off x="1973924" y="3361205"/>
                <a:ext cx="401882" cy="232227"/>
              </a:xfrm>
              <a:custGeom>
                <a:avLst/>
                <a:gdLst/>
                <a:ahLst/>
                <a:cxnLst/>
                <a:rect l="l" t="t" r="r" b="b"/>
                <a:pathLst>
                  <a:path w="12550" h="7252" extrusionOk="0">
                    <a:moveTo>
                      <a:pt x="6249" y="1"/>
                    </a:moveTo>
                    <a:cubicBezTo>
                      <a:pt x="2801" y="1"/>
                      <a:pt x="12" y="1615"/>
                      <a:pt x="12" y="3608"/>
                    </a:cubicBezTo>
                    <a:cubicBezTo>
                      <a:pt x="0" y="5609"/>
                      <a:pt x="2810" y="7240"/>
                      <a:pt x="6263" y="7252"/>
                    </a:cubicBezTo>
                    <a:cubicBezTo>
                      <a:pt x="6276" y="7252"/>
                      <a:pt x="6288" y="7252"/>
                      <a:pt x="6301" y="7252"/>
                    </a:cubicBezTo>
                    <a:cubicBezTo>
                      <a:pt x="9748" y="7252"/>
                      <a:pt x="12537" y="5637"/>
                      <a:pt x="12537" y="3644"/>
                    </a:cubicBezTo>
                    <a:cubicBezTo>
                      <a:pt x="12549" y="1644"/>
                      <a:pt x="9751" y="13"/>
                      <a:pt x="6287" y="1"/>
                    </a:cubicBezTo>
                    <a:cubicBezTo>
                      <a:pt x="6274" y="1"/>
                      <a:pt x="6261" y="1"/>
                      <a:pt x="6249" y="1"/>
                    </a:cubicBezTo>
                    <a:close/>
                  </a:path>
                </a:pathLst>
              </a:custGeom>
              <a:solidFill>
                <a:srgbClr val="1B4D7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defRPr/>
                </a:pPr>
                <a:endParaRPr kumimoji="0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6" name="Google Shape;1493;p44"/>
              <p:cNvSpPr/>
              <p:nvPr/>
            </p:nvSpPr>
            <p:spPr>
              <a:xfrm>
                <a:off x="1972002" y="3474821"/>
                <a:ext cx="406141" cy="159568"/>
              </a:xfrm>
              <a:custGeom>
                <a:avLst/>
                <a:gdLst/>
                <a:ahLst/>
                <a:cxnLst/>
                <a:rect l="l" t="t" r="r" b="b"/>
                <a:pathLst>
                  <a:path w="12683" h="4983" extrusionOk="0">
                    <a:moveTo>
                      <a:pt x="12597" y="37"/>
                    </a:moveTo>
                    <a:cubicBezTo>
                      <a:pt x="12595" y="95"/>
                      <a:pt x="12595" y="158"/>
                      <a:pt x="12595" y="223"/>
                    </a:cubicBezTo>
                    <a:lnTo>
                      <a:pt x="12595" y="223"/>
                    </a:lnTo>
                    <a:cubicBezTo>
                      <a:pt x="12596" y="216"/>
                      <a:pt x="12597" y="210"/>
                      <a:pt x="12597" y="203"/>
                    </a:cubicBezTo>
                    <a:cubicBezTo>
                      <a:pt x="12597" y="144"/>
                      <a:pt x="12609" y="96"/>
                      <a:pt x="12597" y="37"/>
                    </a:cubicBezTo>
                    <a:close/>
                    <a:moveTo>
                      <a:pt x="72" y="1"/>
                    </a:moveTo>
                    <a:lnTo>
                      <a:pt x="72" y="1"/>
                    </a:lnTo>
                    <a:cubicBezTo>
                      <a:pt x="1" y="1692"/>
                      <a:pt x="13" y="2811"/>
                      <a:pt x="1918" y="3918"/>
                    </a:cubicBezTo>
                    <a:cubicBezTo>
                      <a:pt x="3076" y="4600"/>
                      <a:pt x="4742" y="4983"/>
                      <a:pt x="6427" y="4983"/>
                    </a:cubicBezTo>
                    <a:cubicBezTo>
                      <a:pt x="8830" y="4983"/>
                      <a:pt x="11272" y="4205"/>
                      <a:pt x="12336" y="2406"/>
                    </a:cubicBezTo>
                    <a:cubicBezTo>
                      <a:pt x="12683" y="1863"/>
                      <a:pt x="12595" y="895"/>
                      <a:pt x="12595" y="223"/>
                    </a:cubicBezTo>
                    <a:lnTo>
                      <a:pt x="12595" y="223"/>
                    </a:lnTo>
                    <a:cubicBezTo>
                      <a:pt x="12223" y="2684"/>
                      <a:pt x="8948" y="3537"/>
                      <a:pt x="6811" y="3632"/>
                    </a:cubicBezTo>
                    <a:cubicBezTo>
                      <a:pt x="6640" y="3645"/>
                      <a:pt x="6459" y="3651"/>
                      <a:pt x="6272" y="3651"/>
                    </a:cubicBezTo>
                    <a:cubicBezTo>
                      <a:pt x="3828" y="3651"/>
                      <a:pt x="194" y="2555"/>
                      <a:pt x="7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defRPr/>
                </a:pPr>
                <a:endParaRPr kumimoji="0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7" name="Google Shape;1494;p44"/>
              <p:cNvSpPr/>
              <p:nvPr/>
            </p:nvSpPr>
            <p:spPr>
              <a:xfrm>
                <a:off x="1809968" y="2833371"/>
                <a:ext cx="748462" cy="400730"/>
              </a:xfrm>
              <a:custGeom>
                <a:avLst/>
                <a:gdLst/>
                <a:ahLst/>
                <a:cxnLst/>
                <a:rect l="l" t="t" r="r" b="b"/>
                <a:pathLst>
                  <a:path w="23373" h="12514" extrusionOk="0">
                    <a:moveTo>
                      <a:pt x="0" y="0"/>
                    </a:moveTo>
                    <a:lnTo>
                      <a:pt x="0" y="1381"/>
                    </a:lnTo>
                    <a:lnTo>
                      <a:pt x="0" y="1512"/>
                    </a:lnTo>
                    <a:cubicBezTo>
                      <a:pt x="0" y="1631"/>
                      <a:pt x="0" y="1750"/>
                      <a:pt x="12" y="1858"/>
                    </a:cubicBezTo>
                    <a:lnTo>
                      <a:pt x="12" y="1977"/>
                    </a:lnTo>
                    <a:cubicBezTo>
                      <a:pt x="12" y="2131"/>
                      <a:pt x="24" y="2298"/>
                      <a:pt x="48" y="2465"/>
                    </a:cubicBezTo>
                    <a:lnTo>
                      <a:pt x="48" y="2500"/>
                    </a:lnTo>
                    <a:cubicBezTo>
                      <a:pt x="48" y="2536"/>
                      <a:pt x="60" y="2584"/>
                      <a:pt x="60" y="2620"/>
                    </a:cubicBezTo>
                    <a:cubicBezTo>
                      <a:pt x="72" y="2750"/>
                      <a:pt x="96" y="2881"/>
                      <a:pt x="120" y="3012"/>
                    </a:cubicBezTo>
                    <a:cubicBezTo>
                      <a:pt x="120" y="3072"/>
                      <a:pt x="131" y="3131"/>
                      <a:pt x="143" y="3191"/>
                    </a:cubicBezTo>
                    <a:cubicBezTo>
                      <a:pt x="155" y="3239"/>
                      <a:pt x="167" y="3310"/>
                      <a:pt x="167" y="3370"/>
                    </a:cubicBezTo>
                    <a:cubicBezTo>
                      <a:pt x="179" y="3417"/>
                      <a:pt x="191" y="3465"/>
                      <a:pt x="203" y="3524"/>
                    </a:cubicBezTo>
                    <a:cubicBezTo>
                      <a:pt x="215" y="3572"/>
                      <a:pt x="227" y="3643"/>
                      <a:pt x="239" y="3703"/>
                    </a:cubicBezTo>
                    <a:cubicBezTo>
                      <a:pt x="274" y="3822"/>
                      <a:pt x="298" y="3941"/>
                      <a:pt x="334" y="4048"/>
                    </a:cubicBezTo>
                    <a:cubicBezTo>
                      <a:pt x="346" y="4096"/>
                      <a:pt x="358" y="4155"/>
                      <a:pt x="370" y="4203"/>
                    </a:cubicBezTo>
                    <a:cubicBezTo>
                      <a:pt x="370" y="4215"/>
                      <a:pt x="370" y="4227"/>
                      <a:pt x="381" y="4251"/>
                    </a:cubicBezTo>
                    <a:cubicBezTo>
                      <a:pt x="417" y="4394"/>
                      <a:pt x="465" y="4548"/>
                      <a:pt x="512" y="4691"/>
                    </a:cubicBezTo>
                    <a:lnTo>
                      <a:pt x="512" y="4703"/>
                    </a:lnTo>
                    <a:cubicBezTo>
                      <a:pt x="560" y="4858"/>
                      <a:pt x="608" y="4989"/>
                      <a:pt x="667" y="5132"/>
                    </a:cubicBezTo>
                    <a:lnTo>
                      <a:pt x="679" y="5167"/>
                    </a:lnTo>
                    <a:cubicBezTo>
                      <a:pt x="703" y="5239"/>
                      <a:pt x="727" y="5298"/>
                      <a:pt x="751" y="5358"/>
                    </a:cubicBezTo>
                    <a:cubicBezTo>
                      <a:pt x="798" y="5453"/>
                      <a:pt x="834" y="5560"/>
                      <a:pt x="882" y="5656"/>
                    </a:cubicBezTo>
                    <a:cubicBezTo>
                      <a:pt x="905" y="5715"/>
                      <a:pt x="941" y="5787"/>
                      <a:pt x="965" y="5846"/>
                    </a:cubicBezTo>
                    <a:cubicBezTo>
                      <a:pt x="1001" y="5906"/>
                      <a:pt x="1024" y="5965"/>
                      <a:pt x="1048" y="6025"/>
                    </a:cubicBezTo>
                    <a:lnTo>
                      <a:pt x="1096" y="6120"/>
                    </a:lnTo>
                    <a:cubicBezTo>
                      <a:pt x="1132" y="6203"/>
                      <a:pt x="1179" y="6275"/>
                      <a:pt x="1215" y="6358"/>
                    </a:cubicBezTo>
                    <a:cubicBezTo>
                      <a:pt x="1263" y="6441"/>
                      <a:pt x="1310" y="6525"/>
                      <a:pt x="1346" y="6596"/>
                    </a:cubicBezTo>
                    <a:cubicBezTo>
                      <a:pt x="1394" y="6680"/>
                      <a:pt x="1441" y="6763"/>
                      <a:pt x="1489" y="6834"/>
                    </a:cubicBezTo>
                    <a:cubicBezTo>
                      <a:pt x="1513" y="6882"/>
                      <a:pt x="1548" y="6941"/>
                      <a:pt x="1572" y="6989"/>
                    </a:cubicBezTo>
                    <a:cubicBezTo>
                      <a:pt x="1584" y="7013"/>
                      <a:pt x="1608" y="7037"/>
                      <a:pt x="1620" y="7061"/>
                    </a:cubicBezTo>
                    <a:cubicBezTo>
                      <a:pt x="1691" y="7180"/>
                      <a:pt x="1775" y="7299"/>
                      <a:pt x="1858" y="7418"/>
                    </a:cubicBezTo>
                    <a:cubicBezTo>
                      <a:pt x="1894" y="7465"/>
                      <a:pt x="1917" y="7513"/>
                      <a:pt x="1953" y="7561"/>
                    </a:cubicBezTo>
                    <a:cubicBezTo>
                      <a:pt x="2072" y="7727"/>
                      <a:pt x="2191" y="7894"/>
                      <a:pt x="2310" y="8049"/>
                    </a:cubicBezTo>
                    <a:lnTo>
                      <a:pt x="2310" y="8061"/>
                    </a:lnTo>
                    <a:cubicBezTo>
                      <a:pt x="2417" y="8192"/>
                      <a:pt x="2525" y="8323"/>
                      <a:pt x="2644" y="8454"/>
                    </a:cubicBezTo>
                    <a:cubicBezTo>
                      <a:pt x="2667" y="8489"/>
                      <a:pt x="2703" y="8513"/>
                      <a:pt x="2727" y="8549"/>
                    </a:cubicBezTo>
                    <a:cubicBezTo>
                      <a:pt x="2810" y="8644"/>
                      <a:pt x="2906" y="8739"/>
                      <a:pt x="3001" y="8846"/>
                    </a:cubicBezTo>
                    <a:cubicBezTo>
                      <a:pt x="3037" y="8894"/>
                      <a:pt x="3084" y="8942"/>
                      <a:pt x="3132" y="8977"/>
                    </a:cubicBezTo>
                    <a:cubicBezTo>
                      <a:pt x="3215" y="9061"/>
                      <a:pt x="3287" y="9144"/>
                      <a:pt x="3370" y="9216"/>
                    </a:cubicBezTo>
                    <a:lnTo>
                      <a:pt x="3525" y="9370"/>
                    </a:lnTo>
                    <a:cubicBezTo>
                      <a:pt x="3584" y="9418"/>
                      <a:pt x="3632" y="9478"/>
                      <a:pt x="3691" y="9525"/>
                    </a:cubicBezTo>
                    <a:cubicBezTo>
                      <a:pt x="3715" y="9549"/>
                      <a:pt x="3739" y="9561"/>
                      <a:pt x="3763" y="9585"/>
                    </a:cubicBezTo>
                    <a:cubicBezTo>
                      <a:pt x="3787" y="9597"/>
                      <a:pt x="3846" y="9656"/>
                      <a:pt x="3894" y="9692"/>
                    </a:cubicBezTo>
                    <a:cubicBezTo>
                      <a:pt x="3977" y="9763"/>
                      <a:pt x="4072" y="9847"/>
                      <a:pt x="4156" y="9906"/>
                    </a:cubicBezTo>
                    <a:lnTo>
                      <a:pt x="4299" y="10025"/>
                    </a:lnTo>
                    <a:cubicBezTo>
                      <a:pt x="4394" y="10097"/>
                      <a:pt x="4489" y="10168"/>
                      <a:pt x="4584" y="10240"/>
                    </a:cubicBezTo>
                    <a:cubicBezTo>
                      <a:pt x="4632" y="10263"/>
                      <a:pt x="4668" y="10299"/>
                      <a:pt x="4703" y="10323"/>
                    </a:cubicBezTo>
                    <a:cubicBezTo>
                      <a:pt x="4846" y="10418"/>
                      <a:pt x="4989" y="10513"/>
                      <a:pt x="5132" y="10609"/>
                    </a:cubicBezTo>
                    <a:lnTo>
                      <a:pt x="5180" y="10644"/>
                    </a:lnTo>
                    <a:cubicBezTo>
                      <a:pt x="5311" y="10728"/>
                      <a:pt x="5430" y="10799"/>
                      <a:pt x="5561" y="10871"/>
                    </a:cubicBezTo>
                    <a:lnTo>
                      <a:pt x="5715" y="10954"/>
                    </a:lnTo>
                    <a:lnTo>
                      <a:pt x="6013" y="11132"/>
                    </a:lnTo>
                    <a:lnTo>
                      <a:pt x="6180" y="11216"/>
                    </a:lnTo>
                    <a:cubicBezTo>
                      <a:pt x="6287" y="11263"/>
                      <a:pt x="6394" y="11311"/>
                      <a:pt x="6501" y="11371"/>
                    </a:cubicBezTo>
                    <a:lnTo>
                      <a:pt x="6644" y="11442"/>
                    </a:lnTo>
                    <a:lnTo>
                      <a:pt x="6704" y="11466"/>
                    </a:lnTo>
                    <a:cubicBezTo>
                      <a:pt x="6799" y="11502"/>
                      <a:pt x="6894" y="11549"/>
                      <a:pt x="6989" y="11585"/>
                    </a:cubicBezTo>
                    <a:lnTo>
                      <a:pt x="7144" y="11644"/>
                    </a:lnTo>
                    <a:cubicBezTo>
                      <a:pt x="7311" y="11716"/>
                      <a:pt x="7478" y="11775"/>
                      <a:pt x="7644" y="11835"/>
                    </a:cubicBezTo>
                    <a:lnTo>
                      <a:pt x="7692" y="11859"/>
                    </a:lnTo>
                    <a:cubicBezTo>
                      <a:pt x="7847" y="11906"/>
                      <a:pt x="8001" y="11954"/>
                      <a:pt x="8156" y="12002"/>
                    </a:cubicBezTo>
                    <a:lnTo>
                      <a:pt x="8335" y="12049"/>
                    </a:lnTo>
                    <a:cubicBezTo>
                      <a:pt x="8430" y="12085"/>
                      <a:pt x="8525" y="12109"/>
                      <a:pt x="8609" y="12133"/>
                    </a:cubicBezTo>
                    <a:lnTo>
                      <a:pt x="8704" y="12156"/>
                    </a:lnTo>
                    <a:lnTo>
                      <a:pt x="8799" y="12180"/>
                    </a:lnTo>
                    <a:cubicBezTo>
                      <a:pt x="8966" y="12216"/>
                      <a:pt x="9133" y="12252"/>
                      <a:pt x="9299" y="12287"/>
                    </a:cubicBezTo>
                    <a:lnTo>
                      <a:pt x="9347" y="12299"/>
                    </a:lnTo>
                    <a:cubicBezTo>
                      <a:pt x="9514" y="12323"/>
                      <a:pt x="9680" y="12359"/>
                      <a:pt x="9847" y="12383"/>
                    </a:cubicBezTo>
                    <a:lnTo>
                      <a:pt x="9942" y="12383"/>
                    </a:lnTo>
                    <a:cubicBezTo>
                      <a:pt x="10049" y="12406"/>
                      <a:pt x="10168" y="12418"/>
                      <a:pt x="10287" y="12430"/>
                    </a:cubicBezTo>
                    <a:cubicBezTo>
                      <a:pt x="10347" y="12430"/>
                      <a:pt x="10418" y="12442"/>
                      <a:pt x="10490" y="12454"/>
                    </a:cubicBezTo>
                    <a:cubicBezTo>
                      <a:pt x="10645" y="12466"/>
                      <a:pt x="10811" y="12478"/>
                      <a:pt x="10966" y="12490"/>
                    </a:cubicBezTo>
                    <a:lnTo>
                      <a:pt x="11073" y="12490"/>
                    </a:lnTo>
                    <a:cubicBezTo>
                      <a:pt x="11264" y="12502"/>
                      <a:pt x="11466" y="12514"/>
                      <a:pt x="11669" y="12514"/>
                    </a:cubicBezTo>
                    <a:cubicBezTo>
                      <a:pt x="11811" y="12514"/>
                      <a:pt x="11966" y="12514"/>
                      <a:pt x="12121" y="12502"/>
                    </a:cubicBezTo>
                    <a:lnTo>
                      <a:pt x="12204" y="12502"/>
                    </a:lnTo>
                    <a:lnTo>
                      <a:pt x="12395" y="12490"/>
                    </a:lnTo>
                    <a:cubicBezTo>
                      <a:pt x="12514" y="12490"/>
                      <a:pt x="12645" y="12478"/>
                      <a:pt x="12764" y="12466"/>
                    </a:cubicBezTo>
                    <a:lnTo>
                      <a:pt x="12966" y="12442"/>
                    </a:lnTo>
                    <a:cubicBezTo>
                      <a:pt x="13014" y="12442"/>
                      <a:pt x="13062" y="12430"/>
                      <a:pt x="13097" y="12430"/>
                    </a:cubicBezTo>
                    <a:lnTo>
                      <a:pt x="13324" y="12395"/>
                    </a:lnTo>
                    <a:lnTo>
                      <a:pt x="13502" y="12371"/>
                    </a:lnTo>
                    <a:cubicBezTo>
                      <a:pt x="13657" y="12347"/>
                      <a:pt x="13812" y="12323"/>
                      <a:pt x="13967" y="12299"/>
                    </a:cubicBezTo>
                    <a:lnTo>
                      <a:pt x="14038" y="12287"/>
                    </a:lnTo>
                    <a:cubicBezTo>
                      <a:pt x="14217" y="12252"/>
                      <a:pt x="14383" y="12216"/>
                      <a:pt x="14550" y="12168"/>
                    </a:cubicBezTo>
                    <a:cubicBezTo>
                      <a:pt x="14609" y="12156"/>
                      <a:pt x="14657" y="12145"/>
                      <a:pt x="14705" y="12133"/>
                    </a:cubicBezTo>
                    <a:cubicBezTo>
                      <a:pt x="14788" y="12109"/>
                      <a:pt x="14883" y="12085"/>
                      <a:pt x="14967" y="12061"/>
                    </a:cubicBezTo>
                    <a:lnTo>
                      <a:pt x="15062" y="12037"/>
                    </a:lnTo>
                    <a:lnTo>
                      <a:pt x="15264" y="11978"/>
                    </a:lnTo>
                    <a:cubicBezTo>
                      <a:pt x="15371" y="11942"/>
                      <a:pt x="15479" y="11906"/>
                      <a:pt x="15574" y="11871"/>
                    </a:cubicBezTo>
                    <a:lnTo>
                      <a:pt x="15776" y="11811"/>
                    </a:lnTo>
                    <a:lnTo>
                      <a:pt x="15895" y="11764"/>
                    </a:lnTo>
                    <a:cubicBezTo>
                      <a:pt x="15955" y="11740"/>
                      <a:pt x="16014" y="11716"/>
                      <a:pt x="16074" y="11692"/>
                    </a:cubicBezTo>
                    <a:cubicBezTo>
                      <a:pt x="16133" y="11668"/>
                      <a:pt x="16217" y="11633"/>
                      <a:pt x="16288" y="11609"/>
                    </a:cubicBezTo>
                    <a:cubicBezTo>
                      <a:pt x="16395" y="11573"/>
                      <a:pt x="16491" y="11525"/>
                      <a:pt x="16586" y="11478"/>
                    </a:cubicBezTo>
                    <a:cubicBezTo>
                      <a:pt x="16657" y="11454"/>
                      <a:pt x="16717" y="11418"/>
                      <a:pt x="16788" y="11394"/>
                    </a:cubicBezTo>
                    <a:lnTo>
                      <a:pt x="16860" y="11359"/>
                    </a:lnTo>
                    <a:lnTo>
                      <a:pt x="17026" y="11275"/>
                    </a:lnTo>
                    <a:lnTo>
                      <a:pt x="17312" y="11132"/>
                    </a:lnTo>
                    <a:lnTo>
                      <a:pt x="17538" y="11002"/>
                    </a:lnTo>
                    <a:cubicBezTo>
                      <a:pt x="17634" y="10954"/>
                      <a:pt x="17717" y="10906"/>
                      <a:pt x="17812" y="10859"/>
                    </a:cubicBezTo>
                    <a:lnTo>
                      <a:pt x="17884" y="10811"/>
                    </a:lnTo>
                    <a:cubicBezTo>
                      <a:pt x="17991" y="10751"/>
                      <a:pt x="18098" y="10680"/>
                      <a:pt x="18205" y="10621"/>
                    </a:cubicBezTo>
                    <a:lnTo>
                      <a:pt x="18217" y="10621"/>
                    </a:lnTo>
                    <a:cubicBezTo>
                      <a:pt x="18348" y="10537"/>
                      <a:pt x="18479" y="10442"/>
                      <a:pt x="18610" y="10347"/>
                    </a:cubicBezTo>
                    <a:lnTo>
                      <a:pt x="18705" y="10275"/>
                    </a:lnTo>
                    <a:cubicBezTo>
                      <a:pt x="18836" y="10192"/>
                      <a:pt x="18967" y="10097"/>
                      <a:pt x="19098" y="9989"/>
                    </a:cubicBezTo>
                    <a:lnTo>
                      <a:pt x="19110" y="9978"/>
                    </a:lnTo>
                    <a:cubicBezTo>
                      <a:pt x="19241" y="9882"/>
                      <a:pt x="19360" y="9775"/>
                      <a:pt x="19491" y="9668"/>
                    </a:cubicBezTo>
                    <a:lnTo>
                      <a:pt x="19539" y="9632"/>
                    </a:lnTo>
                    <a:cubicBezTo>
                      <a:pt x="19658" y="9525"/>
                      <a:pt x="19777" y="9418"/>
                      <a:pt x="19896" y="9299"/>
                    </a:cubicBezTo>
                    <a:lnTo>
                      <a:pt x="19955" y="9251"/>
                    </a:lnTo>
                    <a:cubicBezTo>
                      <a:pt x="20063" y="9132"/>
                      <a:pt x="20182" y="9025"/>
                      <a:pt x="20289" y="8906"/>
                    </a:cubicBezTo>
                    <a:lnTo>
                      <a:pt x="20348" y="8846"/>
                    </a:lnTo>
                    <a:cubicBezTo>
                      <a:pt x="20455" y="8739"/>
                      <a:pt x="20563" y="8620"/>
                      <a:pt x="20670" y="8489"/>
                    </a:cubicBezTo>
                    <a:cubicBezTo>
                      <a:pt x="20705" y="8477"/>
                      <a:pt x="20717" y="8454"/>
                      <a:pt x="20729" y="8442"/>
                    </a:cubicBezTo>
                    <a:cubicBezTo>
                      <a:pt x="20836" y="8323"/>
                      <a:pt x="20932" y="8204"/>
                      <a:pt x="21039" y="8073"/>
                    </a:cubicBezTo>
                    <a:cubicBezTo>
                      <a:pt x="21039" y="8061"/>
                      <a:pt x="21051" y="8061"/>
                      <a:pt x="21051" y="8049"/>
                    </a:cubicBezTo>
                    <a:cubicBezTo>
                      <a:pt x="21158" y="7918"/>
                      <a:pt x="21253" y="7787"/>
                      <a:pt x="21348" y="7656"/>
                    </a:cubicBezTo>
                    <a:lnTo>
                      <a:pt x="21396" y="7596"/>
                    </a:lnTo>
                    <a:cubicBezTo>
                      <a:pt x="21491" y="7465"/>
                      <a:pt x="21575" y="7334"/>
                      <a:pt x="21658" y="7203"/>
                    </a:cubicBezTo>
                    <a:lnTo>
                      <a:pt x="21706" y="7132"/>
                    </a:lnTo>
                    <a:cubicBezTo>
                      <a:pt x="21789" y="6989"/>
                      <a:pt x="21872" y="6858"/>
                      <a:pt x="21956" y="6727"/>
                    </a:cubicBezTo>
                    <a:cubicBezTo>
                      <a:pt x="21968" y="6703"/>
                      <a:pt x="21979" y="6680"/>
                      <a:pt x="21991" y="6656"/>
                    </a:cubicBezTo>
                    <a:cubicBezTo>
                      <a:pt x="22063" y="6513"/>
                      <a:pt x="22146" y="6370"/>
                      <a:pt x="22218" y="6227"/>
                    </a:cubicBezTo>
                    <a:lnTo>
                      <a:pt x="22218" y="6215"/>
                    </a:lnTo>
                    <a:cubicBezTo>
                      <a:pt x="22301" y="6060"/>
                      <a:pt x="22372" y="5918"/>
                      <a:pt x="22432" y="5763"/>
                    </a:cubicBezTo>
                    <a:lnTo>
                      <a:pt x="22456" y="5715"/>
                    </a:lnTo>
                    <a:cubicBezTo>
                      <a:pt x="22527" y="5560"/>
                      <a:pt x="22587" y="5417"/>
                      <a:pt x="22646" y="5263"/>
                    </a:cubicBezTo>
                    <a:lnTo>
                      <a:pt x="22682" y="5179"/>
                    </a:lnTo>
                    <a:cubicBezTo>
                      <a:pt x="22730" y="5036"/>
                      <a:pt x="22789" y="4882"/>
                      <a:pt x="22837" y="4739"/>
                    </a:cubicBezTo>
                    <a:cubicBezTo>
                      <a:pt x="22849" y="4715"/>
                      <a:pt x="22849" y="4679"/>
                      <a:pt x="22860" y="4655"/>
                    </a:cubicBezTo>
                    <a:cubicBezTo>
                      <a:pt x="22908" y="4513"/>
                      <a:pt x="22956" y="4346"/>
                      <a:pt x="23003" y="4191"/>
                    </a:cubicBezTo>
                    <a:cubicBezTo>
                      <a:pt x="23003" y="4179"/>
                      <a:pt x="23003" y="4155"/>
                      <a:pt x="23015" y="4144"/>
                    </a:cubicBezTo>
                    <a:cubicBezTo>
                      <a:pt x="23051" y="3989"/>
                      <a:pt x="23099" y="3822"/>
                      <a:pt x="23122" y="3667"/>
                    </a:cubicBezTo>
                    <a:cubicBezTo>
                      <a:pt x="23134" y="3655"/>
                      <a:pt x="23134" y="3643"/>
                      <a:pt x="23134" y="3632"/>
                    </a:cubicBezTo>
                    <a:cubicBezTo>
                      <a:pt x="23170" y="3465"/>
                      <a:pt x="23206" y="3298"/>
                      <a:pt x="23230" y="3143"/>
                    </a:cubicBezTo>
                    <a:lnTo>
                      <a:pt x="23241" y="3060"/>
                    </a:lnTo>
                    <a:cubicBezTo>
                      <a:pt x="23265" y="2893"/>
                      <a:pt x="23289" y="2739"/>
                      <a:pt x="23301" y="2572"/>
                    </a:cubicBezTo>
                    <a:cubicBezTo>
                      <a:pt x="23301" y="2548"/>
                      <a:pt x="23301" y="2512"/>
                      <a:pt x="23313" y="2489"/>
                    </a:cubicBezTo>
                    <a:cubicBezTo>
                      <a:pt x="23337" y="2322"/>
                      <a:pt x="23349" y="2155"/>
                      <a:pt x="23361" y="1988"/>
                    </a:cubicBezTo>
                    <a:lnTo>
                      <a:pt x="23361" y="1929"/>
                    </a:lnTo>
                    <a:cubicBezTo>
                      <a:pt x="23361" y="1750"/>
                      <a:pt x="23372" y="1572"/>
                      <a:pt x="23372" y="1393"/>
                    </a:cubicBezTo>
                    <a:lnTo>
                      <a:pt x="23372" y="12"/>
                    </a:lnTo>
                    <a:cubicBezTo>
                      <a:pt x="23372" y="191"/>
                      <a:pt x="23372" y="369"/>
                      <a:pt x="23361" y="536"/>
                    </a:cubicBezTo>
                    <a:lnTo>
                      <a:pt x="23361" y="607"/>
                    </a:lnTo>
                    <a:cubicBezTo>
                      <a:pt x="23349" y="774"/>
                      <a:pt x="23337" y="941"/>
                      <a:pt x="23313" y="1107"/>
                    </a:cubicBezTo>
                    <a:cubicBezTo>
                      <a:pt x="23313" y="1131"/>
                      <a:pt x="23313" y="1167"/>
                      <a:pt x="23301" y="1191"/>
                    </a:cubicBezTo>
                    <a:cubicBezTo>
                      <a:pt x="23289" y="1357"/>
                      <a:pt x="23265" y="1512"/>
                      <a:pt x="23241" y="1679"/>
                    </a:cubicBezTo>
                    <a:lnTo>
                      <a:pt x="23230" y="1750"/>
                    </a:lnTo>
                    <a:cubicBezTo>
                      <a:pt x="23206" y="1917"/>
                      <a:pt x="23170" y="2084"/>
                      <a:pt x="23134" y="2239"/>
                    </a:cubicBezTo>
                    <a:cubicBezTo>
                      <a:pt x="23134" y="2250"/>
                      <a:pt x="23134" y="2274"/>
                      <a:pt x="23122" y="2286"/>
                    </a:cubicBezTo>
                    <a:cubicBezTo>
                      <a:pt x="23099" y="2441"/>
                      <a:pt x="23051" y="2608"/>
                      <a:pt x="23015" y="2762"/>
                    </a:cubicBezTo>
                    <a:cubicBezTo>
                      <a:pt x="23015" y="2774"/>
                      <a:pt x="23015" y="2786"/>
                      <a:pt x="23003" y="2810"/>
                    </a:cubicBezTo>
                    <a:cubicBezTo>
                      <a:pt x="22956" y="2965"/>
                      <a:pt x="22908" y="3120"/>
                      <a:pt x="22860" y="3274"/>
                    </a:cubicBezTo>
                    <a:cubicBezTo>
                      <a:pt x="22849" y="3298"/>
                      <a:pt x="22849" y="3322"/>
                      <a:pt x="22837" y="3346"/>
                    </a:cubicBezTo>
                    <a:cubicBezTo>
                      <a:pt x="22789" y="3501"/>
                      <a:pt x="22730" y="3643"/>
                      <a:pt x="22682" y="3798"/>
                    </a:cubicBezTo>
                    <a:lnTo>
                      <a:pt x="22646" y="3882"/>
                    </a:lnTo>
                    <a:cubicBezTo>
                      <a:pt x="22587" y="4024"/>
                      <a:pt x="22527" y="4179"/>
                      <a:pt x="22456" y="4322"/>
                    </a:cubicBezTo>
                    <a:lnTo>
                      <a:pt x="22432" y="4382"/>
                    </a:lnTo>
                    <a:cubicBezTo>
                      <a:pt x="22360" y="4525"/>
                      <a:pt x="22301" y="4679"/>
                      <a:pt x="22218" y="4822"/>
                    </a:cubicBezTo>
                    <a:lnTo>
                      <a:pt x="22218" y="4834"/>
                    </a:lnTo>
                    <a:cubicBezTo>
                      <a:pt x="22146" y="4989"/>
                      <a:pt x="22075" y="5132"/>
                      <a:pt x="21991" y="5275"/>
                    </a:cubicBezTo>
                    <a:cubicBezTo>
                      <a:pt x="21979" y="5298"/>
                      <a:pt x="21968" y="5310"/>
                      <a:pt x="21956" y="5334"/>
                    </a:cubicBezTo>
                    <a:cubicBezTo>
                      <a:pt x="21872" y="5477"/>
                      <a:pt x="21789" y="5608"/>
                      <a:pt x="21706" y="5739"/>
                    </a:cubicBezTo>
                    <a:lnTo>
                      <a:pt x="21658" y="5810"/>
                    </a:lnTo>
                    <a:cubicBezTo>
                      <a:pt x="21575" y="5941"/>
                      <a:pt x="21491" y="6072"/>
                      <a:pt x="21396" y="6203"/>
                    </a:cubicBezTo>
                    <a:lnTo>
                      <a:pt x="21348" y="6263"/>
                    </a:lnTo>
                    <a:cubicBezTo>
                      <a:pt x="21253" y="6406"/>
                      <a:pt x="21158" y="6537"/>
                      <a:pt x="21051" y="6656"/>
                    </a:cubicBezTo>
                    <a:cubicBezTo>
                      <a:pt x="21051" y="6668"/>
                      <a:pt x="21039" y="6680"/>
                      <a:pt x="21039" y="6680"/>
                    </a:cubicBezTo>
                    <a:cubicBezTo>
                      <a:pt x="20932" y="6811"/>
                      <a:pt x="20836" y="6941"/>
                      <a:pt x="20729" y="7061"/>
                    </a:cubicBezTo>
                    <a:cubicBezTo>
                      <a:pt x="20717" y="7072"/>
                      <a:pt x="20705" y="7084"/>
                      <a:pt x="20694" y="7096"/>
                    </a:cubicBezTo>
                    <a:cubicBezTo>
                      <a:pt x="20586" y="7215"/>
                      <a:pt x="20479" y="7334"/>
                      <a:pt x="20372" y="7453"/>
                    </a:cubicBezTo>
                    <a:lnTo>
                      <a:pt x="20313" y="7513"/>
                    </a:lnTo>
                    <a:cubicBezTo>
                      <a:pt x="20205" y="7632"/>
                      <a:pt x="20086" y="7739"/>
                      <a:pt x="19979" y="7846"/>
                    </a:cubicBezTo>
                    <a:lnTo>
                      <a:pt x="19908" y="7906"/>
                    </a:lnTo>
                    <a:cubicBezTo>
                      <a:pt x="19801" y="8013"/>
                      <a:pt x="19682" y="8132"/>
                      <a:pt x="19551" y="8227"/>
                    </a:cubicBezTo>
                    <a:lnTo>
                      <a:pt x="19515" y="8275"/>
                    </a:lnTo>
                    <a:cubicBezTo>
                      <a:pt x="19384" y="8382"/>
                      <a:pt x="19253" y="8489"/>
                      <a:pt x="19122" y="8585"/>
                    </a:cubicBezTo>
                    <a:lnTo>
                      <a:pt x="19110" y="8596"/>
                    </a:lnTo>
                    <a:cubicBezTo>
                      <a:pt x="18991" y="8704"/>
                      <a:pt x="18860" y="8799"/>
                      <a:pt x="18717" y="8894"/>
                    </a:cubicBezTo>
                    <a:lnTo>
                      <a:pt x="18622" y="8966"/>
                    </a:lnTo>
                    <a:cubicBezTo>
                      <a:pt x="18491" y="9061"/>
                      <a:pt x="18360" y="9144"/>
                      <a:pt x="18229" y="9227"/>
                    </a:cubicBezTo>
                    <a:lnTo>
                      <a:pt x="18217" y="9227"/>
                    </a:lnTo>
                    <a:cubicBezTo>
                      <a:pt x="18086" y="9311"/>
                      <a:pt x="17955" y="9394"/>
                      <a:pt x="17824" y="9478"/>
                    </a:cubicBezTo>
                    <a:cubicBezTo>
                      <a:pt x="17729" y="9525"/>
                      <a:pt x="17646" y="9573"/>
                      <a:pt x="17550" y="9620"/>
                    </a:cubicBezTo>
                    <a:lnTo>
                      <a:pt x="17324" y="9751"/>
                    </a:lnTo>
                    <a:lnTo>
                      <a:pt x="17038" y="9882"/>
                    </a:lnTo>
                    <a:cubicBezTo>
                      <a:pt x="16967" y="9930"/>
                      <a:pt x="16884" y="9966"/>
                      <a:pt x="16800" y="10001"/>
                    </a:cubicBezTo>
                    <a:cubicBezTo>
                      <a:pt x="16729" y="10037"/>
                      <a:pt x="16669" y="10061"/>
                      <a:pt x="16598" y="10097"/>
                    </a:cubicBezTo>
                    <a:cubicBezTo>
                      <a:pt x="16503" y="10144"/>
                      <a:pt x="16407" y="10180"/>
                      <a:pt x="16312" y="10216"/>
                    </a:cubicBezTo>
                    <a:lnTo>
                      <a:pt x="16086" y="10311"/>
                    </a:lnTo>
                    <a:cubicBezTo>
                      <a:pt x="15991" y="10347"/>
                      <a:pt x="15883" y="10382"/>
                      <a:pt x="15788" y="10418"/>
                    </a:cubicBezTo>
                    <a:lnTo>
                      <a:pt x="15598" y="10490"/>
                    </a:lnTo>
                    <a:cubicBezTo>
                      <a:pt x="15491" y="10525"/>
                      <a:pt x="15383" y="10561"/>
                      <a:pt x="15276" y="10597"/>
                    </a:cubicBezTo>
                    <a:lnTo>
                      <a:pt x="15074" y="10644"/>
                    </a:lnTo>
                    <a:cubicBezTo>
                      <a:pt x="14955" y="10680"/>
                      <a:pt x="14836" y="10716"/>
                      <a:pt x="14717" y="10751"/>
                    </a:cubicBezTo>
                    <a:cubicBezTo>
                      <a:pt x="14669" y="10763"/>
                      <a:pt x="14621" y="10775"/>
                      <a:pt x="14562" y="10787"/>
                    </a:cubicBezTo>
                    <a:cubicBezTo>
                      <a:pt x="14395" y="10823"/>
                      <a:pt x="14217" y="10871"/>
                      <a:pt x="14050" y="10906"/>
                    </a:cubicBezTo>
                    <a:lnTo>
                      <a:pt x="13978" y="10918"/>
                    </a:lnTo>
                    <a:cubicBezTo>
                      <a:pt x="13824" y="10942"/>
                      <a:pt x="13669" y="10966"/>
                      <a:pt x="13514" y="10990"/>
                    </a:cubicBezTo>
                    <a:lnTo>
                      <a:pt x="13335" y="11013"/>
                    </a:lnTo>
                    <a:cubicBezTo>
                      <a:pt x="13216" y="11037"/>
                      <a:pt x="13097" y="11049"/>
                      <a:pt x="12978" y="11061"/>
                    </a:cubicBezTo>
                    <a:lnTo>
                      <a:pt x="12776" y="11073"/>
                    </a:lnTo>
                    <a:cubicBezTo>
                      <a:pt x="12657" y="11085"/>
                      <a:pt x="12538" y="11097"/>
                      <a:pt x="12407" y="11109"/>
                    </a:cubicBezTo>
                    <a:lnTo>
                      <a:pt x="12216" y="11121"/>
                    </a:lnTo>
                    <a:cubicBezTo>
                      <a:pt x="12038" y="11121"/>
                      <a:pt x="11859" y="11132"/>
                      <a:pt x="11681" y="11132"/>
                    </a:cubicBezTo>
                    <a:cubicBezTo>
                      <a:pt x="11502" y="11132"/>
                      <a:pt x="11276" y="11132"/>
                      <a:pt x="11085" y="11109"/>
                    </a:cubicBezTo>
                    <a:lnTo>
                      <a:pt x="10978" y="11109"/>
                    </a:lnTo>
                    <a:cubicBezTo>
                      <a:pt x="10823" y="11109"/>
                      <a:pt x="10657" y="11097"/>
                      <a:pt x="10502" y="11085"/>
                    </a:cubicBezTo>
                    <a:cubicBezTo>
                      <a:pt x="10430" y="11085"/>
                      <a:pt x="10359" y="11061"/>
                      <a:pt x="10299" y="11061"/>
                    </a:cubicBezTo>
                    <a:cubicBezTo>
                      <a:pt x="10168" y="11037"/>
                      <a:pt x="10049" y="11025"/>
                      <a:pt x="9918" y="11013"/>
                    </a:cubicBezTo>
                    <a:lnTo>
                      <a:pt x="9859" y="11002"/>
                    </a:lnTo>
                    <a:cubicBezTo>
                      <a:pt x="9692" y="10978"/>
                      <a:pt x="9525" y="10942"/>
                      <a:pt x="9359" y="10918"/>
                    </a:cubicBezTo>
                    <a:lnTo>
                      <a:pt x="9311" y="10906"/>
                    </a:lnTo>
                    <a:cubicBezTo>
                      <a:pt x="9144" y="10871"/>
                      <a:pt x="8978" y="10835"/>
                      <a:pt x="8811" y="10799"/>
                    </a:cubicBezTo>
                    <a:lnTo>
                      <a:pt x="8716" y="10775"/>
                    </a:lnTo>
                    <a:cubicBezTo>
                      <a:pt x="8597" y="10740"/>
                      <a:pt x="8478" y="10716"/>
                      <a:pt x="8347" y="10680"/>
                    </a:cubicBezTo>
                    <a:cubicBezTo>
                      <a:pt x="8287" y="10656"/>
                      <a:pt x="8228" y="10644"/>
                      <a:pt x="8168" y="10632"/>
                    </a:cubicBezTo>
                    <a:cubicBezTo>
                      <a:pt x="8013" y="10585"/>
                      <a:pt x="7859" y="10525"/>
                      <a:pt x="7716" y="10478"/>
                    </a:cubicBezTo>
                    <a:cubicBezTo>
                      <a:pt x="7692" y="10478"/>
                      <a:pt x="7680" y="10466"/>
                      <a:pt x="7656" y="10466"/>
                    </a:cubicBezTo>
                    <a:cubicBezTo>
                      <a:pt x="7490" y="10406"/>
                      <a:pt x="7323" y="10335"/>
                      <a:pt x="7156" y="10275"/>
                    </a:cubicBezTo>
                    <a:lnTo>
                      <a:pt x="7001" y="10204"/>
                    </a:lnTo>
                    <a:cubicBezTo>
                      <a:pt x="6894" y="10156"/>
                      <a:pt x="6775" y="10109"/>
                      <a:pt x="6668" y="10061"/>
                    </a:cubicBezTo>
                    <a:lnTo>
                      <a:pt x="6513" y="9989"/>
                    </a:lnTo>
                    <a:cubicBezTo>
                      <a:pt x="6406" y="9942"/>
                      <a:pt x="6299" y="9882"/>
                      <a:pt x="6192" y="9835"/>
                    </a:cubicBezTo>
                    <a:lnTo>
                      <a:pt x="6037" y="9751"/>
                    </a:lnTo>
                    <a:lnTo>
                      <a:pt x="5727" y="9585"/>
                    </a:lnTo>
                    <a:lnTo>
                      <a:pt x="5573" y="9501"/>
                    </a:lnTo>
                    <a:cubicBezTo>
                      <a:pt x="5454" y="9418"/>
                      <a:pt x="5323" y="9347"/>
                      <a:pt x="5204" y="9263"/>
                    </a:cubicBezTo>
                    <a:lnTo>
                      <a:pt x="5144" y="9227"/>
                    </a:lnTo>
                    <a:cubicBezTo>
                      <a:pt x="5001" y="9144"/>
                      <a:pt x="4858" y="9049"/>
                      <a:pt x="4715" y="8942"/>
                    </a:cubicBezTo>
                    <a:cubicBezTo>
                      <a:pt x="4680" y="8918"/>
                      <a:pt x="4644" y="8894"/>
                      <a:pt x="4596" y="8858"/>
                    </a:cubicBezTo>
                    <a:cubicBezTo>
                      <a:pt x="4501" y="8787"/>
                      <a:pt x="4406" y="8716"/>
                      <a:pt x="4311" y="8644"/>
                    </a:cubicBezTo>
                    <a:lnTo>
                      <a:pt x="4168" y="8537"/>
                    </a:lnTo>
                    <a:cubicBezTo>
                      <a:pt x="4084" y="8465"/>
                      <a:pt x="3989" y="8382"/>
                      <a:pt x="3906" y="8311"/>
                    </a:cubicBezTo>
                    <a:cubicBezTo>
                      <a:pt x="3858" y="8275"/>
                      <a:pt x="3822" y="8239"/>
                      <a:pt x="3775" y="8204"/>
                    </a:cubicBezTo>
                    <a:cubicBezTo>
                      <a:pt x="3691" y="8132"/>
                      <a:pt x="3620" y="8061"/>
                      <a:pt x="3537" y="7989"/>
                    </a:cubicBezTo>
                    <a:lnTo>
                      <a:pt x="3382" y="7834"/>
                    </a:lnTo>
                    <a:cubicBezTo>
                      <a:pt x="3299" y="7763"/>
                      <a:pt x="3227" y="7692"/>
                      <a:pt x="3144" y="7608"/>
                    </a:cubicBezTo>
                    <a:cubicBezTo>
                      <a:pt x="3096" y="7561"/>
                      <a:pt x="3048" y="7513"/>
                      <a:pt x="3013" y="7465"/>
                    </a:cubicBezTo>
                    <a:cubicBezTo>
                      <a:pt x="2918" y="7370"/>
                      <a:pt x="2834" y="7275"/>
                      <a:pt x="2739" y="7168"/>
                    </a:cubicBezTo>
                    <a:cubicBezTo>
                      <a:pt x="2715" y="7132"/>
                      <a:pt x="2679" y="7108"/>
                      <a:pt x="2656" y="7072"/>
                    </a:cubicBezTo>
                    <a:cubicBezTo>
                      <a:pt x="2537" y="6941"/>
                      <a:pt x="2429" y="6811"/>
                      <a:pt x="2322" y="6668"/>
                    </a:cubicBezTo>
                    <a:cubicBezTo>
                      <a:pt x="2215" y="6537"/>
                      <a:pt x="2084" y="6346"/>
                      <a:pt x="1965" y="6179"/>
                    </a:cubicBezTo>
                    <a:cubicBezTo>
                      <a:pt x="1929" y="6132"/>
                      <a:pt x="1894" y="6084"/>
                      <a:pt x="1858" y="6037"/>
                    </a:cubicBezTo>
                    <a:cubicBezTo>
                      <a:pt x="1786" y="5918"/>
                      <a:pt x="1703" y="5798"/>
                      <a:pt x="1632" y="5679"/>
                    </a:cubicBezTo>
                    <a:cubicBezTo>
                      <a:pt x="1584" y="5608"/>
                      <a:pt x="1536" y="5525"/>
                      <a:pt x="1489" y="5453"/>
                    </a:cubicBezTo>
                    <a:cubicBezTo>
                      <a:pt x="1453" y="5382"/>
                      <a:pt x="1405" y="5310"/>
                      <a:pt x="1358" y="5215"/>
                    </a:cubicBezTo>
                    <a:cubicBezTo>
                      <a:pt x="1310" y="5132"/>
                      <a:pt x="1274" y="5060"/>
                      <a:pt x="1227" y="4977"/>
                    </a:cubicBezTo>
                    <a:cubicBezTo>
                      <a:pt x="1191" y="4894"/>
                      <a:pt x="1143" y="4822"/>
                      <a:pt x="1108" y="4739"/>
                    </a:cubicBezTo>
                    <a:cubicBezTo>
                      <a:pt x="1060" y="4655"/>
                      <a:pt x="1013" y="4560"/>
                      <a:pt x="977" y="4465"/>
                    </a:cubicBezTo>
                    <a:cubicBezTo>
                      <a:pt x="941" y="4405"/>
                      <a:pt x="917" y="4334"/>
                      <a:pt x="882" y="4274"/>
                    </a:cubicBezTo>
                    <a:cubicBezTo>
                      <a:pt x="846" y="4167"/>
                      <a:pt x="798" y="4072"/>
                      <a:pt x="762" y="3977"/>
                    </a:cubicBezTo>
                    <a:cubicBezTo>
                      <a:pt x="739" y="3917"/>
                      <a:pt x="715" y="3858"/>
                      <a:pt x="691" y="3786"/>
                    </a:cubicBezTo>
                    <a:cubicBezTo>
                      <a:pt x="632" y="3643"/>
                      <a:pt x="572" y="3477"/>
                      <a:pt x="524" y="3322"/>
                    </a:cubicBezTo>
                    <a:lnTo>
                      <a:pt x="524" y="3310"/>
                    </a:lnTo>
                    <a:cubicBezTo>
                      <a:pt x="465" y="3155"/>
                      <a:pt x="417" y="2989"/>
                      <a:pt x="370" y="2822"/>
                    </a:cubicBezTo>
                    <a:cubicBezTo>
                      <a:pt x="358" y="2774"/>
                      <a:pt x="346" y="2727"/>
                      <a:pt x="334" y="2667"/>
                    </a:cubicBezTo>
                    <a:cubicBezTo>
                      <a:pt x="298" y="2560"/>
                      <a:pt x="274" y="2441"/>
                      <a:pt x="251" y="2322"/>
                    </a:cubicBezTo>
                    <a:cubicBezTo>
                      <a:pt x="239" y="2262"/>
                      <a:pt x="227" y="2203"/>
                      <a:pt x="215" y="2143"/>
                    </a:cubicBezTo>
                    <a:cubicBezTo>
                      <a:pt x="191" y="2036"/>
                      <a:pt x="167" y="1917"/>
                      <a:pt x="143" y="1810"/>
                    </a:cubicBezTo>
                    <a:cubicBezTo>
                      <a:pt x="143" y="1750"/>
                      <a:pt x="131" y="1691"/>
                      <a:pt x="120" y="1631"/>
                    </a:cubicBezTo>
                    <a:cubicBezTo>
                      <a:pt x="96" y="1500"/>
                      <a:pt x="84" y="1369"/>
                      <a:pt x="72" y="1250"/>
                    </a:cubicBezTo>
                    <a:cubicBezTo>
                      <a:pt x="72" y="1203"/>
                      <a:pt x="60" y="1155"/>
                      <a:pt x="48" y="1119"/>
                    </a:cubicBezTo>
                    <a:cubicBezTo>
                      <a:pt x="36" y="941"/>
                      <a:pt x="24" y="762"/>
                      <a:pt x="12" y="595"/>
                    </a:cubicBezTo>
                    <a:lnTo>
                      <a:pt x="12" y="488"/>
                    </a:lnTo>
                    <a:cubicBezTo>
                      <a:pt x="0" y="322"/>
                      <a:pt x="0" y="167"/>
                      <a:pt x="0" y="0"/>
                    </a:cubicBezTo>
                    <a:close/>
                  </a:path>
                </a:pathLst>
              </a:custGeom>
              <a:solidFill>
                <a:srgbClr val="015D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defRPr/>
                </a:pPr>
                <a:endParaRPr kumimoji="0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8" name="Google Shape;1495;p44"/>
              <p:cNvSpPr/>
              <p:nvPr/>
            </p:nvSpPr>
            <p:spPr>
              <a:xfrm>
                <a:off x="1717711" y="2433577"/>
                <a:ext cx="929165" cy="1040539"/>
              </a:xfrm>
              <a:custGeom>
                <a:avLst/>
                <a:gdLst/>
                <a:ahLst/>
                <a:cxnLst/>
                <a:rect l="l" t="t" r="r" b="b"/>
                <a:pathLst>
                  <a:path w="29016" h="32494" extrusionOk="0">
                    <a:moveTo>
                      <a:pt x="14562" y="2692"/>
                    </a:moveTo>
                    <a:cubicBezTo>
                      <a:pt x="21015" y="2692"/>
                      <a:pt x="26253" y="7669"/>
                      <a:pt x="26253" y="13812"/>
                    </a:cubicBezTo>
                    <a:cubicBezTo>
                      <a:pt x="26253" y="19956"/>
                      <a:pt x="21015" y="24945"/>
                      <a:pt x="14562" y="24945"/>
                    </a:cubicBezTo>
                    <a:cubicBezTo>
                      <a:pt x="8096" y="24945"/>
                      <a:pt x="2858" y="19968"/>
                      <a:pt x="2858" y="13812"/>
                    </a:cubicBezTo>
                    <a:cubicBezTo>
                      <a:pt x="2858" y="7669"/>
                      <a:pt x="8096" y="2692"/>
                      <a:pt x="14562" y="2692"/>
                    </a:cubicBezTo>
                    <a:close/>
                    <a:moveTo>
                      <a:pt x="14347" y="1"/>
                    </a:moveTo>
                    <a:cubicBezTo>
                      <a:pt x="6584" y="96"/>
                      <a:pt x="250" y="6109"/>
                      <a:pt x="95" y="13491"/>
                    </a:cubicBezTo>
                    <a:cubicBezTo>
                      <a:pt x="0" y="18348"/>
                      <a:pt x="2560" y="22647"/>
                      <a:pt x="6477" y="25159"/>
                    </a:cubicBezTo>
                    <a:cubicBezTo>
                      <a:pt x="7192" y="25611"/>
                      <a:pt x="7858" y="26135"/>
                      <a:pt x="8477" y="26707"/>
                    </a:cubicBezTo>
                    <a:lnTo>
                      <a:pt x="14550" y="32493"/>
                    </a:lnTo>
                    <a:lnTo>
                      <a:pt x="20658" y="26683"/>
                    </a:lnTo>
                    <a:cubicBezTo>
                      <a:pt x="21253" y="26123"/>
                      <a:pt x="21920" y="25611"/>
                      <a:pt x="22622" y="25171"/>
                    </a:cubicBezTo>
                    <a:cubicBezTo>
                      <a:pt x="26492" y="22694"/>
                      <a:pt x="29016" y="18515"/>
                      <a:pt x="29016" y="13753"/>
                    </a:cubicBezTo>
                    <a:cubicBezTo>
                      <a:pt x="29016" y="6156"/>
                      <a:pt x="22551" y="1"/>
                      <a:pt x="14562" y="1"/>
                    </a:cubicBezTo>
                    <a:close/>
                  </a:path>
                </a:pathLst>
              </a:custGeom>
              <a:solidFill>
                <a:srgbClr val="0274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defRPr/>
                </a:pPr>
                <a:endParaRPr kumimoji="0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9" name="Google Shape;1496;p44"/>
              <p:cNvSpPr/>
              <p:nvPr/>
            </p:nvSpPr>
            <p:spPr>
              <a:xfrm>
                <a:off x="1721906" y="2392613"/>
                <a:ext cx="924586" cy="475854"/>
              </a:xfrm>
              <a:custGeom>
                <a:avLst/>
                <a:gdLst/>
                <a:ahLst/>
                <a:cxnLst/>
                <a:rect l="l" t="t" r="r" b="b"/>
                <a:pathLst>
                  <a:path w="28873" h="14860" extrusionOk="0">
                    <a:moveTo>
                      <a:pt x="13871" y="1"/>
                    </a:moveTo>
                    <a:cubicBezTo>
                      <a:pt x="13680" y="12"/>
                      <a:pt x="13502" y="24"/>
                      <a:pt x="13323" y="36"/>
                    </a:cubicBezTo>
                    <a:lnTo>
                      <a:pt x="13228" y="48"/>
                    </a:lnTo>
                    <a:cubicBezTo>
                      <a:pt x="13049" y="60"/>
                      <a:pt x="12883" y="72"/>
                      <a:pt x="12716" y="96"/>
                    </a:cubicBezTo>
                    <a:lnTo>
                      <a:pt x="12609" y="96"/>
                    </a:lnTo>
                    <a:cubicBezTo>
                      <a:pt x="12442" y="120"/>
                      <a:pt x="12275" y="143"/>
                      <a:pt x="12109" y="167"/>
                    </a:cubicBezTo>
                    <a:lnTo>
                      <a:pt x="12085" y="167"/>
                    </a:lnTo>
                    <a:cubicBezTo>
                      <a:pt x="11918" y="191"/>
                      <a:pt x="11752" y="227"/>
                      <a:pt x="11573" y="263"/>
                    </a:cubicBezTo>
                    <a:lnTo>
                      <a:pt x="11525" y="274"/>
                    </a:lnTo>
                    <a:lnTo>
                      <a:pt x="11478" y="274"/>
                    </a:lnTo>
                    <a:cubicBezTo>
                      <a:pt x="11311" y="310"/>
                      <a:pt x="11144" y="346"/>
                      <a:pt x="10978" y="382"/>
                    </a:cubicBezTo>
                    <a:lnTo>
                      <a:pt x="10894" y="405"/>
                    </a:lnTo>
                    <a:cubicBezTo>
                      <a:pt x="10728" y="441"/>
                      <a:pt x="10561" y="489"/>
                      <a:pt x="10406" y="536"/>
                    </a:cubicBezTo>
                    <a:lnTo>
                      <a:pt x="10382" y="536"/>
                    </a:lnTo>
                    <a:cubicBezTo>
                      <a:pt x="10204" y="584"/>
                      <a:pt x="10037" y="632"/>
                      <a:pt x="9859" y="691"/>
                    </a:cubicBezTo>
                    <a:lnTo>
                      <a:pt x="9775" y="715"/>
                    </a:lnTo>
                    <a:cubicBezTo>
                      <a:pt x="9608" y="774"/>
                      <a:pt x="9454" y="834"/>
                      <a:pt x="9287" y="894"/>
                    </a:cubicBezTo>
                    <a:lnTo>
                      <a:pt x="9239" y="905"/>
                    </a:lnTo>
                    <a:lnTo>
                      <a:pt x="9192" y="917"/>
                    </a:lnTo>
                    <a:cubicBezTo>
                      <a:pt x="9025" y="989"/>
                      <a:pt x="8846" y="1060"/>
                      <a:pt x="8668" y="1132"/>
                    </a:cubicBezTo>
                    <a:lnTo>
                      <a:pt x="8596" y="1155"/>
                    </a:lnTo>
                    <a:cubicBezTo>
                      <a:pt x="8418" y="1239"/>
                      <a:pt x="8251" y="1310"/>
                      <a:pt x="8073" y="1394"/>
                    </a:cubicBezTo>
                    <a:lnTo>
                      <a:pt x="8049" y="1405"/>
                    </a:lnTo>
                    <a:lnTo>
                      <a:pt x="8013" y="1417"/>
                    </a:lnTo>
                    <a:cubicBezTo>
                      <a:pt x="7823" y="1513"/>
                      <a:pt x="7620" y="1608"/>
                      <a:pt x="7430" y="1715"/>
                    </a:cubicBezTo>
                    <a:lnTo>
                      <a:pt x="7370" y="1751"/>
                    </a:lnTo>
                    <a:cubicBezTo>
                      <a:pt x="7180" y="1858"/>
                      <a:pt x="6989" y="1953"/>
                      <a:pt x="6811" y="2072"/>
                    </a:cubicBezTo>
                    <a:lnTo>
                      <a:pt x="6775" y="2084"/>
                    </a:lnTo>
                    <a:lnTo>
                      <a:pt x="6727" y="2120"/>
                    </a:lnTo>
                    <a:cubicBezTo>
                      <a:pt x="6620" y="2179"/>
                      <a:pt x="6537" y="2239"/>
                      <a:pt x="6441" y="2298"/>
                    </a:cubicBezTo>
                    <a:lnTo>
                      <a:pt x="6370" y="2334"/>
                    </a:lnTo>
                    <a:cubicBezTo>
                      <a:pt x="6251" y="2418"/>
                      <a:pt x="6144" y="2489"/>
                      <a:pt x="6025" y="2560"/>
                    </a:cubicBezTo>
                    <a:cubicBezTo>
                      <a:pt x="6001" y="2584"/>
                      <a:pt x="5977" y="2608"/>
                      <a:pt x="5941" y="2620"/>
                    </a:cubicBezTo>
                    <a:lnTo>
                      <a:pt x="5691" y="2810"/>
                    </a:lnTo>
                    <a:lnTo>
                      <a:pt x="5584" y="2882"/>
                    </a:lnTo>
                    <a:cubicBezTo>
                      <a:pt x="5489" y="2953"/>
                      <a:pt x="5394" y="3025"/>
                      <a:pt x="5298" y="3096"/>
                    </a:cubicBezTo>
                    <a:lnTo>
                      <a:pt x="5275" y="3120"/>
                    </a:lnTo>
                    <a:lnTo>
                      <a:pt x="5263" y="3120"/>
                    </a:lnTo>
                    <a:cubicBezTo>
                      <a:pt x="5167" y="3191"/>
                      <a:pt x="5072" y="3275"/>
                      <a:pt x="4989" y="3346"/>
                    </a:cubicBezTo>
                    <a:lnTo>
                      <a:pt x="4917" y="3394"/>
                    </a:lnTo>
                    <a:lnTo>
                      <a:pt x="4715" y="3572"/>
                    </a:lnTo>
                    <a:lnTo>
                      <a:pt x="4608" y="3656"/>
                    </a:lnTo>
                    <a:lnTo>
                      <a:pt x="4441" y="3811"/>
                    </a:lnTo>
                    <a:lnTo>
                      <a:pt x="4346" y="3906"/>
                    </a:lnTo>
                    <a:lnTo>
                      <a:pt x="4191" y="4061"/>
                    </a:lnTo>
                    <a:lnTo>
                      <a:pt x="4084" y="4156"/>
                    </a:lnTo>
                    <a:cubicBezTo>
                      <a:pt x="4036" y="4203"/>
                      <a:pt x="3989" y="4251"/>
                      <a:pt x="3941" y="4311"/>
                    </a:cubicBezTo>
                    <a:lnTo>
                      <a:pt x="3834" y="4406"/>
                    </a:lnTo>
                    <a:cubicBezTo>
                      <a:pt x="3786" y="4465"/>
                      <a:pt x="3739" y="4513"/>
                      <a:pt x="3679" y="4561"/>
                    </a:cubicBezTo>
                    <a:lnTo>
                      <a:pt x="3584" y="4668"/>
                    </a:lnTo>
                    <a:lnTo>
                      <a:pt x="3441" y="4834"/>
                    </a:lnTo>
                    <a:cubicBezTo>
                      <a:pt x="3405" y="4858"/>
                      <a:pt x="3382" y="4894"/>
                      <a:pt x="3346" y="4930"/>
                    </a:cubicBezTo>
                    <a:lnTo>
                      <a:pt x="3167" y="5132"/>
                    </a:lnTo>
                    <a:lnTo>
                      <a:pt x="3120" y="5192"/>
                    </a:lnTo>
                    <a:cubicBezTo>
                      <a:pt x="3048" y="5287"/>
                      <a:pt x="2977" y="5370"/>
                      <a:pt x="2893" y="5466"/>
                    </a:cubicBezTo>
                    <a:cubicBezTo>
                      <a:pt x="2881" y="5489"/>
                      <a:pt x="2858" y="5525"/>
                      <a:pt x="2834" y="5549"/>
                    </a:cubicBezTo>
                    <a:cubicBezTo>
                      <a:pt x="2786" y="5608"/>
                      <a:pt x="2739" y="5680"/>
                      <a:pt x="2691" y="5751"/>
                    </a:cubicBezTo>
                    <a:cubicBezTo>
                      <a:pt x="2667" y="5787"/>
                      <a:pt x="2643" y="5823"/>
                      <a:pt x="2608" y="5858"/>
                    </a:cubicBezTo>
                    <a:cubicBezTo>
                      <a:pt x="2572" y="5918"/>
                      <a:pt x="2524" y="5977"/>
                      <a:pt x="2477" y="6037"/>
                    </a:cubicBezTo>
                    <a:lnTo>
                      <a:pt x="2393" y="6144"/>
                    </a:lnTo>
                    <a:lnTo>
                      <a:pt x="2274" y="6323"/>
                    </a:lnTo>
                    <a:cubicBezTo>
                      <a:pt x="2250" y="6358"/>
                      <a:pt x="2227" y="6406"/>
                      <a:pt x="2203" y="6442"/>
                    </a:cubicBezTo>
                    <a:cubicBezTo>
                      <a:pt x="2167" y="6489"/>
                      <a:pt x="2119" y="6561"/>
                      <a:pt x="2084" y="6620"/>
                    </a:cubicBezTo>
                    <a:lnTo>
                      <a:pt x="2000" y="6739"/>
                    </a:lnTo>
                    <a:cubicBezTo>
                      <a:pt x="1965" y="6799"/>
                      <a:pt x="1929" y="6870"/>
                      <a:pt x="1893" y="6930"/>
                    </a:cubicBezTo>
                    <a:lnTo>
                      <a:pt x="1822" y="7049"/>
                    </a:lnTo>
                    <a:cubicBezTo>
                      <a:pt x="1786" y="7109"/>
                      <a:pt x="1750" y="7180"/>
                      <a:pt x="1703" y="7240"/>
                    </a:cubicBezTo>
                    <a:lnTo>
                      <a:pt x="1643" y="7359"/>
                    </a:lnTo>
                    <a:cubicBezTo>
                      <a:pt x="1596" y="7442"/>
                      <a:pt x="1548" y="7525"/>
                      <a:pt x="1512" y="7609"/>
                    </a:cubicBezTo>
                    <a:cubicBezTo>
                      <a:pt x="1500" y="7632"/>
                      <a:pt x="1488" y="7644"/>
                      <a:pt x="1477" y="7668"/>
                    </a:cubicBezTo>
                    <a:cubicBezTo>
                      <a:pt x="1429" y="7763"/>
                      <a:pt x="1369" y="7871"/>
                      <a:pt x="1322" y="7978"/>
                    </a:cubicBezTo>
                    <a:lnTo>
                      <a:pt x="1274" y="8073"/>
                    </a:lnTo>
                    <a:cubicBezTo>
                      <a:pt x="1238" y="8144"/>
                      <a:pt x="1203" y="8228"/>
                      <a:pt x="1167" y="8299"/>
                    </a:cubicBezTo>
                    <a:lnTo>
                      <a:pt x="1119" y="8418"/>
                    </a:lnTo>
                    <a:cubicBezTo>
                      <a:pt x="1084" y="8490"/>
                      <a:pt x="1060" y="8561"/>
                      <a:pt x="1024" y="8621"/>
                    </a:cubicBezTo>
                    <a:cubicBezTo>
                      <a:pt x="1000" y="8692"/>
                      <a:pt x="988" y="8716"/>
                      <a:pt x="976" y="8752"/>
                    </a:cubicBezTo>
                    <a:cubicBezTo>
                      <a:pt x="941" y="8823"/>
                      <a:pt x="917" y="8883"/>
                      <a:pt x="893" y="8954"/>
                    </a:cubicBezTo>
                    <a:cubicBezTo>
                      <a:pt x="869" y="9002"/>
                      <a:pt x="857" y="9049"/>
                      <a:pt x="845" y="9085"/>
                    </a:cubicBezTo>
                    <a:cubicBezTo>
                      <a:pt x="810" y="9156"/>
                      <a:pt x="786" y="9216"/>
                      <a:pt x="762" y="9287"/>
                    </a:cubicBezTo>
                    <a:cubicBezTo>
                      <a:pt x="750" y="9335"/>
                      <a:pt x="738" y="9383"/>
                      <a:pt x="715" y="9430"/>
                    </a:cubicBezTo>
                    <a:lnTo>
                      <a:pt x="643" y="9633"/>
                    </a:lnTo>
                    <a:cubicBezTo>
                      <a:pt x="631" y="9680"/>
                      <a:pt x="619" y="9716"/>
                      <a:pt x="607" y="9764"/>
                    </a:cubicBezTo>
                    <a:cubicBezTo>
                      <a:pt x="584" y="9835"/>
                      <a:pt x="560" y="9907"/>
                      <a:pt x="536" y="9990"/>
                    </a:cubicBezTo>
                    <a:cubicBezTo>
                      <a:pt x="524" y="10026"/>
                      <a:pt x="512" y="10061"/>
                      <a:pt x="500" y="10109"/>
                    </a:cubicBezTo>
                    <a:cubicBezTo>
                      <a:pt x="476" y="10204"/>
                      <a:pt x="441" y="10299"/>
                      <a:pt x="417" y="10407"/>
                    </a:cubicBezTo>
                    <a:cubicBezTo>
                      <a:pt x="417" y="10419"/>
                      <a:pt x="405" y="10430"/>
                      <a:pt x="405" y="10454"/>
                    </a:cubicBezTo>
                    <a:cubicBezTo>
                      <a:pt x="381" y="10561"/>
                      <a:pt x="345" y="10680"/>
                      <a:pt x="322" y="10800"/>
                    </a:cubicBezTo>
                    <a:cubicBezTo>
                      <a:pt x="310" y="10835"/>
                      <a:pt x="310" y="10871"/>
                      <a:pt x="298" y="10907"/>
                    </a:cubicBezTo>
                    <a:cubicBezTo>
                      <a:pt x="274" y="10990"/>
                      <a:pt x="262" y="11061"/>
                      <a:pt x="250" y="11145"/>
                    </a:cubicBezTo>
                    <a:cubicBezTo>
                      <a:pt x="238" y="11192"/>
                      <a:pt x="226" y="11240"/>
                      <a:pt x="214" y="11288"/>
                    </a:cubicBezTo>
                    <a:cubicBezTo>
                      <a:pt x="203" y="11359"/>
                      <a:pt x="191" y="11431"/>
                      <a:pt x="179" y="11502"/>
                    </a:cubicBezTo>
                    <a:cubicBezTo>
                      <a:pt x="167" y="11550"/>
                      <a:pt x="167" y="11597"/>
                      <a:pt x="155" y="11645"/>
                    </a:cubicBezTo>
                    <a:cubicBezTo>
                      <a:pt x="143" y="11704"/>
                      <a:pt x="131" y="11788"/>
                      <a:pt x="119" y="11859"/>
                    </a:cubicBezTo>
                    <a:cubicBezTo>
                      <a:pt x="107" y="11931"/>
                      <a:pt x="107" y="11966"/>
                      <a:pt x="107" y="12014"/>
                    </a:cubicBezTo>
                    <a:lnTo>
                      <a:pt x="72" y="12228"/>
                    </a:lnTo>
                    <a:cubicBezTo>
                      <a:pt x="72" y="12276"/>
                      <a:pt x="60" y="12324"/>
                      <a:pt x="60" y="12371"/>
                    </a:cubicBezTo>
                    <a:cubicBezTo>
                      <a:pt x="48" y="12454"/>
                      <a:pt x="48" y="12526"/>
                      <a:pt x="36" y="12597"/>
                    </a:cubicBezTo>
                    <a:cubicBezTo>
                      <a:pt x="36" y="12645"/>
                      <a:pt x="24" y="12693"/>
                      <a:pt x="24" y="12740"/>
                    </a:cubicBezTo>
                    <a:cubicBezTo>
                      <a:pt x="24" y="12824"/>
                      <a:pt x="12" y="12907"/>
                      <a:pt x="12" y="12990"/>
                    </a:cubicBezTo>
                    <a:lnTo>
                      <a:pt x="12" y="13109"/>
                    </a:lnTo>
                    <a:cubicBezTo>
                      <a:pt x="12" y="13228"/>
                      <a:pt x="0" y="13347"/>
                      <a:pt x="0" y="13478"/>
                    </a:cubicBezTo>
                    <a:lnTo>
                      <a:pt x="0" y="13740"/>
                    </a:lnTo>
                    <a:lnTo>
                      <a:pt x="0" y="14860"/>
                    </a:lnTo>
                    <a:cubicBezTo>
                      <a:pt x="0" y="14729"/>
                      <a:pt x="0" y="14610"/>
                      <a:pt x="12" y="14490"/>
                    </a:cubicBezTo>
                    <a:lnTo>
                      <a:pt x="12" y="14371"/>
                    </a:lnTo>
                    <a:cubicBezTo>
                      <a:pt x="12" y="14288"/>
                      <a:pt x="24" y="14205"/>
                      <a:pt x="24" y="14121"/>
                    </a:cubicBezTo>
                    <a:cubicBezTo>
                      <a:pt x="24" y="14074"/>
                      <a:pt x="36" y="14026"/>
                      <a:pt x="36" y="13978"/>
                    </a:cubicBezTo>
                    <a:cubicBezTo>
                      <a:pt x="36" y="13907"/>
                      <a:pt x="48" y="13836"/>
                      <a:pt x="60" y="13752"/>
                    </a:cubicBezTo>
                    <a:cubicBezTo>
                      <a:pt x="60" y="13705"/>
                      <a:pt x="72" y="13657"/>
                      <a:pt x="72" y="13609"/>
                    </a:cubicBezTo>
                    <a:lnTo>
                      <a:pt x="107" y="13395"/>
                    </a:lnTo>
                    <a:cubicBezTo>
                      <a:pt x="107" y="13347"/>
                      <a:pt x="119" y="13288"/>
                      <a:pt x="119" y="13240"/>
                    </a:cubicBezTo>
                    <a:cubicBezTo>
                      <a:pt x="131" y="13193"/>
                      <a:pt x="143" y="13097"/>
                      <a:pt x="155" y="13026"/>
                    </a:cubicBezTo>
                    <a:cubicBezTo>
                      <a:pt x="167" y="12966"/>
                      <a:pt x="167" y="12931"/>
                      <a:pt x="179" y="12883"/>
                    </a:cubicBezTo>
                    <a:cubicBezTo>
                      <a:pt x="191" y="12812"/>
                      <a:pt x="203" y="12728"/>
                      <a:pt x="214" y="12657"/>
                    </a:cubicBezTo>
                    <a:cubicBezTo>
                      <a:pt x="226" y="12621"/>
                      <a:pt x="238" y="12574"/>
                      <a:pt x="250" y="12526"/>
                    </a:cubicBezTo>
                    <a:cubicBezTo>
                      <a:pt x="262" y="12443"/>
                      <a:pt x="274" y="12359"/>
                      <a:pt x="298" y="12288"/>
                    </a:cubicBezTo>
                    <a:cubicBezTo>
                      <a:pt x="310" y="12252"/>
                      <a:pt x="310" y="12216"/>
                      <a:pt x="322" y="12181"/>
                    </a:cubicBezTo>
                    <a:cubicBezTo>
                      <a:pt x="345" y="12062"/>
                      <a:pt x="381" y="11943"/>
                      <a:pt x="405" y="11823"/>
                    </a:cubicBezTo>
                    <a:cubicBezTo>
                      <a:pt x="405" y="11812"/>
                      <a:pt x="417" y="11800"/>
                      <a:pt x="417" y="11788"/>
                    </a:cubicBezTo>
                    <a:cubicBezTo>
                      <a:pt x="441" y="11692"/>
                      <a:pt x="476" y="11585"/>
                      <a:pt x="500" y="11478"/>
                    </a:cubicBezTo>
                    <a:cubicBezTo>
                      <a:pt x="512" y="11442"/>
                      <a:pt x="524" y="11407"/>
                      <a:pt x="536" y="11371"/>
                    </a:cubicBezTo>
                    <a:cubicBezTo>
                      <a:pt x="560" y="11288"/>
                      <a:pt x="584" y="11216"/>
                      <a:pt x="607" y="11145"/>
                    </a:cubicBezTo>
                    <a:cubicBezTo>
                      <a:pt x="619" y="11097"/>
                      <a:pt x="631" y="11050"/>
                      <a:pt x="643" y="11014"/>
                    </a:cubicBezTo>
                    <a:lnTo>
                      <a:pt x="715" y="10800"/>
                    </a:lnTo>
                    <a:cubicBezTo>
                      <a:pt x="738" y="10764"/>
                      <a:pt x="750" y="10716"/>
                      <a:pt x="762" y="10669"/>
                    </a:cubicBezTo>
                    <a:cubicBezTo>
                      <a:pt x="786" y="10621"/>
                      <a:pt x="810" y="10538"/>
                      <a:pt x="845" y="10466"/>
                    </a:cubicBezTo>
                    <a:cubicBezTo>
                      <a:pt x="869" y="10407"/>
                      <a:pt x="869" y="10383"/>
                      <a:pt x="893" y="10335"/>
                    </a:cubicBezTo>
                    <a:cubicBezTo>
                      <a:pt x="905" y="10288"/>
                      <a:pt x="941" y="10204"/>
                      <a:pt x="976" y="10133"/>
                    </a:cubicBezTo>
                    <a:cubicBezTo>
                      <a:pt x="1000" y="10073"/>
                      <a:pt x="1012" y="10049"/>
                      <a:pt x="1024" y="10002"/>
                    </a:cubicBezTo>
                    <a:cubicBezTo>
                      <a:pt x="1048" y="9954"/>
                      <a:pt x="1084" y="9871"/>
                      <a:pt x="1119" y="9799"/>
                    </a:cubicBezTo>
                    <a:lnTo>
                      <a:pt x="1167" y="9680"/>
                    </a:lnTo>
                    <a:cubicBezTo>
                      <a:pt x="1203" y="9597"/>
                      <a:pt x="1238" y="9526"/>
                      <a:pt x="1274" y="9454"/>
                    </a:cubicBezTo>
                    <a:lnTo>
                      <a:pt x="1322" y="9359"/>
                    </a:lnTo>
                    <a:cubicBezTo>
                      <a:pt x="1369" y="9252"/>
                      <a:pt x="1429" y="9145"/>
                      <a:pt x="1477" y="9049"/>
                    </a:cubicBezTo>
                    <a:cubicBezTo>
                      <a:pt x="1488" y="9025"/>
                      <a:pt x="1500" y="9002"/>
                      <a:pt x="1512" y="8990"/>
                    </a:cubicBezTo>
                    <a:cubicBezTo>
                      <a:pt x="1548" y="8906"/>
                      <a:pt x="1596" y="8823"/>
                      <a:pt x="1643" y="8728"/>
                    </a:cubicBezTo>
                    <a:lnTo>
                      <a:pt x="1703" y="8621"/>
                    </a:lnTo>
                    <a:cubicBezTo>
                      <a:pt x="1750" y="8561"/>
                      <a:pt x="1786" y="8490"/>
                      <a:pt x="1822" y="8430"/>
                    </a:cubicBezTo>
                    <a:lnTo>
                      <a:pt x="1893" y="8311"/>
                    </a:lnTo>
                    <a:cubicBezTo>
                      <a:pt x="1929" y="8240"/>
                      <a:pt x="1965" y="8180"/>
                      <a:pt x="2000" y="8121"/>
                    </a:cubicBezTo>
                    <a:lnTo>
                      <a:pt x="2084" y="8002"/>
                    </a:lnTo>
                    <a:cubicBezTo>
                      <a:pt x="2119" y="7942"/>
                      <a:pt x="2155" y="7882"/>
                      <a:pt x="2203" y="7823"/>
                    </a:cubicBezTo>
                    <a:cubicBezTo>
                      <a:pt x="2239" y="7763"/>
                      <a:pt x="2250" y="7740"/>
                      <a:pt x="2274" y="7704"/>
                    </a:cubicBezTo>
                    <a:lnTo>
                      <a:pt x="2393" y="7525"/>
                    </a:lnTo>
                    <a:lnTo>
                      <a:pt x="2477" y="7418"/>
                    </a:lnTo>
                    <a:cubicBezTo>
                      <a:pt x="2524" y="7347"/>
                      <a:pt x="2572" y="7287"/>
                      <a:pt x="2608" y="7228"/>
                    </a:cubicBezTo>
                    <a:cubicBezTo>
                      <a:pt x="2643" y="7204"/>
                      <a:pt x="2667" y="7168"/>
                      <a:pt x="2691" y="7132"/>
                    </a:cubicBezTo>
                    <a:cubicBezTo>
                      <a:pt x="2739" y="7061"/>
                      <a:pt x="2798" y="6990"/>
                      <a:pt x="2834" y="6930"/>
                    </a:cubicBezTo>
                    <a:cubicBezTo>
                      <a:pt x="2858" y="6894"/>
                      <a:pt x="2881" y="6870"/>
                      <a:pt x="2893" y="6847"/>
                    </a:cubicBezTo>
                    <a:cubicBezTo>
                      <a:pt x="2977" y="6751"/>
                      <a:pt x="3048" y="6668"/>
                      <a:pt x="3120" y="6573"/>
                    </a:cubicBezTo>
                    <a:lnTo>
                      <a:pt x="3167" y="6513"/>
                    </a:lnTo>
                    <a:cubicBezTo>
                      <a:pt x="3227" y="6442"/>
                      <a:pt x="3286" y="6370"/>
                      <a:pt x="3358" y="6311"/>
                    </a:cubicBezTo>
                    <a:lnTo>
                      <a:pt x="3441" y="6216"/>
                    </a:lnTo>
                    <a:lnTo>
                      <a:pt x="3584" y="6037"/>
                    </a:lnTo>
                    <a:lnTo>
                      <a:pt x="3679" y="5942"/>
                    </a:lnTo>
                    <a:cubicBezTo>
                      <a:pt x="3727" y="5882"/>
                      <a:pt x="3786" y="5835"/>
                      <a:pt x="3834" y="5787"/>
                    </a:cubicBezTo>
                    <a:lnTo>
                      <a:pt x="3941" y="5692"/>
                    </a:lnTo>
                    <a:cubicBezTo>
                      <a:pt x="3989" y="5632"/>
                      <a:pt x="4036" y="5585"/>
                      <a:pt x="4084" y="5537"/>
                    </a:cubicBezTo>
                    <a:lnTo>
                      <a:pt x="4191" y="5430"/>
                    </a:lnTo>
                    <a:lnTo>
                      <a:pt x="4346" y="5287"/>
                    </a:lnTo>
                    <a:lnTo>
                      <a:pt x="4453" y="5192"/>
                    </a:lnTo>
                    <a:lnTo>
                      <a:pt x="4620" y="5037"/>
                    </a:lnTo>
                    <a:lnTo>
                      <a:pt x="4715" y="4954"/>
                    </a:lnTo>
                    <a:lnTo>
                      <a:pt x="4917" y="4775"/>
                    </a:lnTo>
                    <a:lnTo>
                      <a:pt x="4989" y="4727"/>
                    </a:lnTo>
                    <a:cubicBezTo>
                      <a:pt x="5084" y="4644"/>
                      <a:pt x="5167" y="4573"/>
                      <a:pt x="5263" y="4501"/>
                    </a:cubicBezTo>
                    <a:lnTo>
                      <a:pt x="5310" y="4465"/>
                    </a:lnTo>
                    <a:cubicBezTo>
                      <a:pt x="5406" y="4394"/>
                      <a:pt x="5501" y="4323"/>
                      <a:pt x="5596" y="4251"/>
                    </a:cubicBezTo>
                    <a:lnTo>
                      <a:pt x="5691" y="4180"/>
                    </a:lnTo>
                    <a:lnTo>
                      <a:pt x="5953" y="4001"/>
                    </a:lnTo>
                    <a:lnTo>
                      <a:pt x="6037" y="3942"/>
                    </a:lnTo>
                    <a:cubicBezTo>
                      <a:pt x="6144" y="3858"/>
                      <a:pt x="6263" y="3787"/>
                      <a:pt x="6370" y="3715"/>
                    </a:cubicBezTo>
                    <a:lnTo>
                      <a:pt x="6441" y="3668"/>
                    </a:lnTo>
                    <a:cubicBezTo>
                      <a:pt x="6537" y="3608"/>
                      <a:pt x="6632" y="3549"/>
                      <a:pt x="6727" y="3489"/>
                    </a:cubicBezTo>
                    <a:lnTo>
                      <a:pt x="6811" y="3441"/>
                    </a:lnTo>
                    <a:cubicBezTo>
                      <a:pt x="7001" y="3334"/>
                      <a:pt x="7180" y="3227"/>
                      <a:pt x="7370" y="3132"/>
                    </a:cubicBezTo>
                    <a:lnTo>
                      <a:pt x="7442" y="3096"/>
                    </a:lnTo>
                    <a:cubicBezTo>
                      <a:pt x="7632" y="2989"/>
                      <a:pt x="7823" y="2894"/>
                      <a:pt x="8025" y="2799"/>
                    </a:cubicBezTo>
                    <a:lnTo>
                      <a:pt x="8073" y="2763"/>
                    </a:lnTo>
                    <a:cubicBezTo>
                      <a:pt x="8251" y="2691"/>
                      <a:pt x="8418" y="2608"/>
                      <a:pt x="8596" y="2537"/>
                    </a:cubicBezTo>
                    <a:lnTo>
                      <a:pt x="8680" y="2501"/>
                    </a:lnTo>
                    <a:cubicBezTo>
                      <a:pt x="8846" y="2429"/>
                      <a:pt x="9025" y="2358"/>
                      <a:pt x="9204" y="2298"/>
                    </a:cubicBezTo>
                    <a:lnTo>
                      <a:pt x="9287" y="2263"/>
                    </a:lnTo>
                    <a:cubicBezTo>
                      <a:pt x="9454" y="2203"/>
                      <a:pt x="9620" y="2144"/>
                      <a:pt x="9787" y="2096"/>
                    </a:cubicBezTo>
                    <a:lnTo>
                      <a:pt x="9870" y="2060"/>
                    </a:lnTo>
                    <a:cubicBezTo>
                      <a:pt x="10037" y="2013"/>
                      <a:pt x="10216" y="1953"/>
                      <a:pt x="10382" y="1906"/>
                    </a:cubicBezTo>
                    <a:lnTo>
                      <a:pt x="10406" y="1906"/>
                    </a:lnTo>
                    <a:cubicBezTo>
                      <a:pt x="10573" y="1858"/>
                      <a:pt x="10740" y="1822"/>
                      <a:pt x="10906" y="1786"/>
                    </a:cubicBezTo>
                    <a:lnTo>
                      <a:pt x="10990" y="1763"/>
                    </a:lnTo>
                    <a:cubicBezTo>
                      <a:pt x="11156" y="1715"/>
                      <a:pt x="11323" y="1679"/>
                      <a:pt x="11490" y="1656"/>
                    </a:cubicBezTo>
                    <a:lnTo>
                      <a:pt x="11585" y="1632"/>
                    </a:lnTo>
                    <a:cubicBezTo>
                      <a:pt x="11752" y="1596"/>
                      <a:pt x="11930" y="1572"/>
                      <a:pt x="12097" y="1536"/>
                    </a:cubicBezTo>
                    <a:lnTo>
                      <a:pt x="12121" y="1536"/>
                    </a:lnTo>
                    <a:cubicBezTo>
                      <a:pt x="12287" y="1513"/>
                      <a:pt x="12454" y="1489"/>
                      <a:pt x="12621" y="1477"/>
                    </a:cubicBezTo>
                    <a:lnTo>
                      <a:pt x="12716" y="1465"/>
                    </a:lnTo>
                    <a:cubicBezTo>
                      <a:pt x="12895" y="1441"/>
                      <a:pt x="13061" y="1429"/>
                      <a:pt x="13240" y="1417"/>
                    </a:cubicBezTo>
                    <a:lnTo>
                      <a:pt x="13335" y="1417"/>
                    </a:lnTo>
                    <a:cubicBezTo>
                      <a:pt x="13514" y="1394"/>
                      <a:pt x="13692" y="1394"/>
                      <a:pt x="13871" y="1382"/>
                    </a:cubicBezTo>
                    <a:cubicBezTo>
                      <a:pt x="13990" y="1382"/>
                      <a:pt x="14109" y="1370"/>
                      <a:pt x="14228" y="1370"/>
                    </a:cubicBezTo>
                    <a:lnTo>
                      <a:pt x="14931" y="1370"/>
                    </a:lnTo>
                    <a:lnTo>
                      <a:pt x="15169" y="1358"/>
                    </a:lnTo>
                    <a:cubicBezTo>
                      <a:pt x="15395" y="1370"/>
                      <a:pt x="15609" y="1382"/>
                      <a:pt x="15835" y="1405"/>
                    </a:cubicBezTo>
                    <a:lnTo>
                      <a:pt x="15883" y="1405"/>
                    </a:lnTo>
                    <a:cubicBezTo>
                      <a:pt x="16097" y="1429"/>
                      <a:pt x="16312" y="1453"/>
                      <a:pt x="16526" y="1477"/>
                    </a:cubicBezTo>
                    <a:lnTo>
                      <a:pt x="16597" y="1489"/>
                    </a:lnTo>
                    <a:cubicBezTo>
                      <a:pt x="16717" y="1513"/>
                      <a:pt x="16824" y="1525"/>
                      <a:pt x="16943" y="1548"/>
                    </a:cubicBezTo>
                    <a:lnTo>
                      <a:pt x="16978" y="1548"/>
                    </a:lnTo>
                    <a:cubicBezTo>
                      <a:pt x="17109" y="1572"/>
                      <a:pt x="17240" y="1596"/>
                      <a:pt x="17371" y="1620"/>
                    </a:cubicBezTo>
                    <a:lnTo>
                      <a:pt x="17490" y="1644"/>
                    </a:lnTo>
                    <a:lnTo>
                      <a:pt x="17752" y="1691"/>
                    </a:lnTo>
                    <a:lnTo>
                      <a:pt x="17895" y="1727"/>
                    </a:lnTo>
                    <a:lnTo>
                      <a:pt x="18133" y="1786"/>
                    </a:lnTo>
                    <a:lnTo>
                      <a:pt x="18252" y="1822"/>
                    </a:lnTo>
                    <a:cubicBezTo>
                      <a:pt x="18431" y="1870"/>
                      <a:pt x="18610" y="1917"/>
                      <a:pt x="18788" y="1965"/>
                    </a:cubicBezTo>
                    <a:lnTo>
                      <a:pt x="18860" y="1989"/>
                    </a:lnTo>
                    <a:cubicBezTo>
                      <a:pt x="19050" y="2048"/>
                      <a:pt x="19229" y="2108"/>
                      <a:pt x="19407" y="2167"/>
                    </a:cubicBezTo>
                    <a:lnTo>
                      <a:pt x="19419" y="2167"/>
                    </a:lnTo>
                    <a:cubicBezTo>
                      <a:pt x="19598" y="2227"/>
                      <a:pt x="19776" y="2298"/>
                      <a:pt x="19955" y="2370"/>
                    </a:cubicBezTo>
                    <a:lnTo>
                      <a:pt x="20015" y="2394"/>
                    </a:lnTo>
                    <a:cubicBezTo>
                      <a:pt x="20181" y="2453"/>
                      <a:pt x="20348" y="2525"/>
                      <a:pt x="20515" y="2608"/>
                    </a:cubicBezTo>
                    <a:lnTo>
                      <a:pt x="20610" y="2644"/>
                    </a:lnTo>
                    <a:cubicBezTo>
                      <a:pt x="20765" y="2715"/>
                      <a:pt x="20908" y="2775"/>
                      <a:pt x="21062" y="2846"/>
                    </a:cubicBezTo>
                    <a:lnTo>
                      <a:pt x="21134" y="2894"/>
                    </a:lnTo>
                    <a:cubicBezTo>
                      <a:pt x="21265" y="2953"/>
                      <a:pt x="21396" y="3025"/>
                      <a:pt x="21539" y="3096"/>
                    </a:cubicBezTo>
                    <a:lnTo>
                      <a:pt x="21598" y="3132"/>
                    </a:lnTo>
                    <a:cubicBezTo>
                      <a:pt x="21741" y="3203"/>
                      <a:pt x="21884" y="3287"/>
                      <a:pt x="22027" y="3370"/>
                    </a:cubicBezTo>
                    <a:lnTo>
                      <a:pt x="22110" y="3430"/>
                    </a:lnTo>
                    <a:cubicBezTo>
                      <a:pt x="22253" y="3513"/>
                      <a:pt x="22396" y="3596"/>
                      <a:pt x="22527" y="3680"/>
                    </a:cubicBezTo>
                    <a:lnTo>
                      <a:pt x="22562" y="3703"/>
                    </a:lnTo>
                    <a:cubicBezTo>
                      <a:pt x="22693" y="3787"/>
                      <a:pt x="22824" y="3882"/>
                      <a:pt x="22955" y="3965"/>
                    </a:cubicBezTo>
                    <a:lnTo>
                      <a:pt x="23027" y="4025"/>
                    </a:lnTo>
                    <a:cubicBezTo>
                      <a:pt x="23158" y="4108"/>
                      <a:pt x="23289" y="4203"/>
                      <a:pt x="23420" y="4299"/>
                    </a:cubicBezTo>
                    <a:lnTo>
                      <a:pt x="23491" y="4358"/>
                    </a:lnTo>
                    <a:cubicBezTo>
                      <a:pt x="23622" y="4453"/>
                      <a:pt x="23741" y="4549"/>
                      <a:pt x="23860" y="4644"/>
                    </a:cubicBezTo>
                    <a:lnTo>
                      <a:pt x="23884" y="4668"/>
                    </a:lnTo>
                    <a:cubicBezTo>
                      <a:pt x="24015" y="4775"/>
                      <a:pt x="24134" y="4882"/>
                      <a:pt x="24253" y="4989"/>
                    </a:cubicBezTo>
                    <a:lnTo>
                      <a:pt x="24337" y="5049"/>
                    </a:lnTo>
                    <a:cubicBezTo>
                      <a:pt x="24467" y="5168"/>
                      <a:pt x="24598" y="5299"/>
                      <a:pt x="24729" y="5418"/>
                    </a:cubicBezTo>
                    <a:lnTo>
                      <a:pt x="24789" y="5489"/>
                    </a:lnTo>
                    <a:cubicBezTo>
                      <a:pt x="24920" y="5608"/>
                      <a:pt x="25051" y="5739"/>
                      <a:pt x="25170" y="5870"/>
                    </a:cubicBezTo>
                    <a:lnTo>
                      <a:pt x="25229" y="5930"/>
                    </a:lnTo>
                    <a:cubicBezTo>
                      <a:pt x="25349" y="6061"/>
                      <a:pt x="25480" y="6204"/>
                      <a:pt x="25599" y="6347"/>
                    </a:cubicBezTo>
                    <a:cubicBezTo>
                      <a:pt x="25610" y="6347"/>
                      <a:pt x="25622" y="6358"/>
                      <a:pt x="25622" y="6370"/>
                    </a:cubicBezTo>
                    <a:cubicBezTo>
                      <a:pt x="25753" y="6513"/>
                      <a:pt x="25872" y="6656"/>
                      <a:pt x="25991" y="6811"/>
                    </a:cubicBezTo>
                    <a:lnTo>
                      <a:pt x="26015" y="6835"/>
                    </a:lnTo>
                    <a:cubicBezTo>
                      <a:pt x="26087" y="6942"/>
                      <a:pt x="26158" y="7037"/>
                      <a:pt x="26242" y="7132"/>
                    </a:cubicBezTo>
                    <a:cubicBezTo>
                      <a:pt x="26265" y="7168"/>
                      <a:pt x="26277" y="7192"/>
                      <a:pt x="26301" y="7216"/>
                    </a:cubicBezTo>
                    <a:cubicBezTo>
                      <a:pt x="26349" y="7287"/>
                      <a:pt x="26408" y="7371"/>
                      <a:pt x="26456" y="7442"/>
                    </a:cubicBezTo>
                    <a:lnTo>
                      <a:pt x="26539" y="7549"/>
                    </a:lnTo>
                    <a:lnTo>
                      <a:pt x="26670" y="7752"/>
                    </a:lnTo>
                    <a:lnTo>
                      <a:pt x="26753" y="7871"/>
                    </a:lnTo>
                    <a:cubicBezTo>
                      <a:pt x="26789" y="7942"/>
                      <a:pt x="26837" y="8013"/>
                      <a:pt x="26884" y="8085"/>
                    </a:cubicBezTo>
                    <a:lnTo>
                      <a:pt x="26944" y="8180"/>
                    </a:lnTo>
                    <a:cubicBezTo>
                      <a:pt x="27051" y="8347"/>
                      <a:pt x="27146" y="8525"/>
                      <a:pt x="27242" y="8704"/>
                    </a:cubicBezTo>
                    <a:cubicBezTo>
                      <a:pt x="27254" y="8716"/>
                      <a:pt x="27265" y="8740"/>
                      <a:pt x="27277" y="8764"/>
                    </a:cubicBezTo>
                    <a:cubicBezTo>
                      <a:pt x="27373" y="8942"/>
                      <a:pt x="27468" y="9121"/>
                      <a:pt x="27551" y="9299"/>
                    </a:cubicBezTo>
                    <a:lnTo>
                      <a:pt x="27587" y="9371"/>
                    </a:lnTo>
                    <a:cubicBezTo>
                      <a:pt x="27658" y="9526"/>
                      <a:pt x="27730" y="9680"/>
                      <a:pt x="27801" y="9847"/>
                    </a:cubicBezTo>
                    <a:lnTo>
                      <a:pt x="27837" y="9930"/>
                    </a:lnTo>
                    <a:cubicBezTo>
                      <a:pt x="27908" y="10097"/>
                      <a:pt x="27980" y="10264"/>
                      <a:pt x="28039" y="10419"/>
                    </a:cubicBezTo>
                    <a:lnTo>
                      <a:pt x="28075" y="10502"/>
                    </a:lnTo>
                    <a:cubicBezTo>
                      <a:pt x="28135" y="10669"/>
                      <a:pt x="28194" y="10835"/>
                      <a:pt x="28242" y="10990"/>
                    </a:cubicBezTo>
                    <a:cubicBezTo>
                      <a:pt x="28289" y="11157"/>
                      <a:pt x="28349" y="11323"/>
                      <a:pt x="28397" y="11490"/>
                    </a:cubicBezTo>
                    <a:cubicBezTo>
                      <a:pt x="28397" y="11514"/>
                      <a:pt x="28408" y="11550"/>
                      <a:pt x="28420" y="11573"/>
                    </a:cubicBezTo>
                    <a:cubicBezTo>
                      <a:pt x="28456" y="11728"/>
                      <a:pt x="28504" y="11883"/>
                      <a:pt x="28539" y="12038"/>
                    </a:cubicBezTo>
                    <a:lnTo>
                      <a:pt x="28563" y="12133"/>
                    </a:lnTo>
                    <a:cubicBezTo>
                      <a:pt x="28599" y="12288"/>
                      <a:pt x="28623" y="12454"/>
                      <a:pt x="28658" y="12609"/>
                    </a:cubicBezTo>
                    <a:lnTo>
                      <a:pt x="28658" y="12633"/>
                    </a:lnTo>
                    <a:cubicBezTo>
                      <a:pt x="28694" y="12800"/>
                      <a:pt x="28718" y="12966"/>
                      <a:pt x="28742" y="13121"/>
                    </a:cubicBezTo>
                    <a:cubicBezTo>
                      <a:pt x="28742" y="13157"/>
                      <a:pt x="28754" y="13193"/>
                      <a:pt x="28754" y="13228"/>
                    </a:cubicBezTo>
                    <a:cubicBezTo>
                      <a:pt x="28778" y="13395"/>
                      <a:pt x="28801" y="13550"/>
                      <a:pt x="28813" y="13717"/>
                    </a:cubicBezTo>
                    <a:lnTo>
                      <a:pt x="28813" y="13800"/>
                    </a:lnTo>
                    <a:cubicBezTo>
                      <a:pt x="28837" y="13955"/>
                      <a:pt x="28849" y="14121"/>
                      <a:pt x="28849" y="14288"/>
                    </a:cubicBezTo>
                    <a:lnTo>
                      <a:pt x="28849" y="14348"/>
                    </a:lnTo>
                    <a:cubicBezTo>
                      <a:pt x="28861" y="14514"/>
                      <a:pt x="28873" y="14681"/>
                      <a:pt x="28873" y="14860"/>
                    </a:cubicBezTo>
                    <a:lnTo>
                      <a:pt x="28873" y="13562"/>
                    </a:lnTo>
                    <a:lnTo>
                      <a:pt x="28873" y="13502"/>
                    </a:lnTo>
                    <a:cubicBezTo>
                      <a:pt x="28873" y="13324"/>
                      <a:pt x="28873" y="13157"/>
                      <a:pt x="28849" y="12978"/>
                    </a:cubicBezTo>
                    <a:lnTo>
                      <a:pt x="28849" y="12931"/>
                    </a:lnTo>
                    <a:cubicBezTo>
                      <a:pt x="28837" y="12764"/>
                      <a:pt x="28837" y="12597"/>
                      <a:pt x="28813" y="12431"/>
                    </a:cubicBezTo>
                    <a:lnTo>
                      <a:pt x="28813" y="12383"/>
                    </a:lnTo>
                    <a:cubicBezTo>
                      <a:pt x="28813" y="12371"/>
                      <a:pt x="28813" y="12359"/>
                      <a:pt x="28813" y="12359"/>
                    </a:cubicBezTo>
                    <a:cubicBezTo>
                      <a:pt x="28801" y="12193"/>
                      <a:pt x="28778" y="12026"/>
                      <a:pt x="28754" y="11871"/>
                    </a:cubicBezTo>
                    <a:cubicBezTo>
                      <a:pt x="28754" y="11835"/>
                      <a:pt x="28742" y="11800"/>
                      <a:pt x="28742" y="11764"/>
                    </a:cubicBezTo>
                    <a:cubicBezTo>
                      <a:pt x="28718" y="11597"/>
                      <a:pt x="28682" y="11431"/>
                      <a:pt x="28658" y="11276"/>
                    </a:cubicBezTo>
                    <a:lnTo>
                      <a:pt x="28658" y="11252"/>
                    </a:lnTo>
                    <a:cubicBezTo>
                      <a:pt x="28623" y="11097"/>
                      <a:pt x="28599" y="10942"/>
                      <a:pt x="28563" y="10776"/>
                    </a:cubicBezTo>
                    <a:lnTo>
                      <a:pt x="28539" y="10692"/>
                    </a:lnTo>
                    <a:cubicBezTo>
                      <a:pt x="28504" y="10526"/>
                      <a:pt x="28456" y="10371"/>
                      <a:pt x="28420" y="10216"/>
                    </a:cubicBezTo>
                    <a:cubicBezTo>
                      <a:pt x="28420" y="10204"/>
                      <a:pt x="28420" y="10192"/>
                      <a:pt x="28408" y="10180"/>
                    </a:cubicBezTo>
                    <a:cubicBezTo>
                      <a:pt x="28397" y="10168"/>
                      <a:pt x="28397" y="10145"/>
                      <a:pt x="28397" y="10133"/>
                    </a:cubicBezTo>
                    <a:cubicBezTo>
                      <a:pt x="28349" y="9966"/>
                      <a:pt x="28289" y="9799"/>
                      <a:pt x="28242" y="9633"/>
                    </a:cubicBezTo>
                    <a:cubicBezTo>
                      <a:pt x="28194" y="9478"/>
                      <a:pt x="28135" y="9311"/>
                      <a:pt x="28075" y="9156"/>
                    </a:cubicBezTo>
                    <a:lnTo>
                      <a:pt x="28051" y="9097"/>
                    </a:lnTo>
                    <a:lnTo>
                      <a:pt x="28039" y="9073"/>
                    </a:lnTo>
                    <a:cubicBezTo>
                      <a:pt x="27980" y="8906"/>
                      <a:pt x="27908" y="8740"/>
                      <a:pt x="27837" y="8573"/>
                    </a:cubicBezTo>
                    <a:lnTo>
                      <a:pt x="27801" y="8490"/>
                    </a:lnTo>
                    <a:cubicBezTo>
                      <a:pt x="27730" y="8323"/>
                      <a:pt x="27658" y="8168"/>
                      <a:pt x="27587" y="8013"/>
                    </a:cubicBezTo>
                    <a:lnTo>
                      <a:pt x="27575" y="7978"/>
                    </a:lnTo>
                    <a:cubicBezTo>
                      <a:pt x="27575" y="7966"/>
                      <a:pt x="27563" y="7954"/>
                      <a:pt x="27551" y="7942"/>
                    </a:cubicBezTo>
                    <a:cubicBezTo>
                      <a:pt x="27468" y="7763"/>
                      <a:pt x="27373" y="7585"/>
                      <a:pt x="27277" y="7406"/>
                    </a:cubicBezTo>
                    <a:cubicBezTo>
                      <a:pt x="27265" y="7382"/>
                      <a:pt x="27254" y="7371"/>
                      <a:pt x="27242" y="7347"/>
                    </a:cubicBezTo>
                    <a:cubicBezTo>
                      <a:pt x="27146" y="7168"/>
                      <a:pt x="27039" y="6990"/>
                      <a:pt x="26944" y="6823"/>
                    </a:cubicBezTo>
                    <a:lnTo>
                      <a:pt x="26932" y="6799"/>
                    </a:lnTo>
                    <a:cubicBezTo>
                      <a:pt x="26920" y="6775"/>
                      <a:pt x="26896" y="6751"/>
                      <a:pt x="26884" y="6728"/>
                    </a:cubicBezTo>
                    <a:cubicBezTo>
                      <a:pt x="26837" y="6656"/>
                      <a:pt x="26789" y="6585"/>
                      <a:pt x="26753" y="6513"/>
                    </a:cubicBezTo>
                    <a:lnTo>
                      <a:pt x="26670" y="6394"/>
                    </a:lnTo>
                    <a:lnTo>
                      <a:pt x="26539" y="6192"/>
                    </a:lnTo>
                    <a:lnTo>
                      <a:pt x="26456" y="6085"/>
                    </a:lnTo>
                    <a:cubicBezTo>
                      <a:pt x="26408" y="6013"/>
                      <a:pt x="26349" y="5942"/>
                      <a:pt x="26301" y="5858"/>
                    </a:cubicBezTo>
                    <a:cubicBezTo>
                      <a:pt x="26277" y="5835"/>
                      <a:pt x="26265" y="5811"/>
                      <a:pt x="26242" y="5787"/>
                    </a:cubicBezTo>
                    <a:cubicBezTo>
                      <a:pt x="26170" y="5680"/>
                      <a:pt x="26087" y="5585"/>
                      <a:pt x="26015" y="5489"/>
                    </a:cubicBezTo>
                    <a:lnTo>
                      <a:pt x="26015" y="5477"/>
                    </a:lnTo>
                    <a:lnTo>
                      <a:pt x="25991" y="5454"/>
                    </a:lnTo>
                    <a:cubicBezTo>
                      <a:pt x="25872" y="5299"/>
                      <a:pt x="25753" y="5156"/>
                      <a:pt x="25634" y="5001"/>
                    </a:cubicBezTo>
                    <a:cubicBezTo>
                      <a:pt x="25622" y="5001"/>
                      <a:pt x="25622" y="4989"/>
                      <a:pt x="25610" y="4977"/>
                    </a:cubicBezTo>
                    <a:cubicBezTo>
                      <a:pt x="25491" y="4834"/>
                      <a:pt x="25360" y="4704"/>
                      <a:pt x="25229" y="4561"/>
                    </a:cubicBezTo>
                    <a:cubicBezTo>
                      <a:pt x="25218" y="4549"/>
                      <a:pt x="25206" y="4525"/>
                      <a:pt x="25182" y="4513"/>
                    </a:cubicBezTo>
                    <a:cubicBezTo>
                      <a:pt x="25051" y="4382"/>
                      <a:pt x="24932" y="4251"/>
                      <a:pt x="24801" y="4120"/>
                    </a:cubicBezTo>
                    <a:lnTo>
                      <a:pt x="24729" y="4061"/>
                    </a:lnTo>
                    <a:cubicBezTo>
                      <a:pt x="24598" y="3930"/>
                      <a:pt x="24467" y="3811"/>
                      <a:pt x="24337" y="3691"/>
                    </a:cubicBezTo>
                    <a:lnTo>
                      <a:pt x="24301" y="3656"/>
                    </a:lnTo>
                    <a:lnTo>
                      <a:pt x="24265" y="3620"/>
                    </a:lnTo>
                    <a:cubicBezTo>
                      <a:pt x="24146" y="3513"/>
                      <a:pt x="24015" y="3418"/>
                      <a:pt x="23896" y="3310"/>
                    </a:cubicBezTo>
                    <a:lnTo>
                      <a:pt x="23860" y="3287"/>
                    </a:lnTo>
                    <a:cubicBezTo>
                      <a:pt x="23741" y="3191"/>
                      <a:pt x="23622" y="3096"/>
                      <a:pt x="23503" y="3001"/>
                    </a:cubicBezTo>
                    <a:lnTo>
                      <a:pt x="23420" y="2941"/>
                    </a:lnTo>
                    <a:cubicBezTo>
                      <a:pt x="23301" y="2846"/>
                      <a:pt x="23170" y="2751"/>
                      <a:pt x="23039" y="2656"/>
                    </a:cubicBezTo>
                    <a:lnTo>
                      <a:pt x="22955" y="2608"/>
                    </a:lnTo>
                    <a:cubicBezTo>
                      <a:pt x="22824" y="2513"/>
                      <a:pt x="22705" y="2429"/>
                      <a:pt x="22574" y="2346"/>
                    </a:cubicBezTo>
                    <a:lnTo>
                      <a:pt x="22539" y="2322"/>
                    </a:lnTo>
                    <a:cubicBezTo>
                      <a:pt x="22396" y="2227"/>
                      <a:pt x="22265" y="2144"/>
                      <a:pt x="22122" y="2060"/>
                    </a:cubicBezTo>
                    <a:lnTo>
                      <a:pt x="22027" y="2013"/>
                    </a:lnTo>
                    <a:cubicBezTo>
                      <a:pt x="21884" y="1929"/>
                      <a:pt x="21753" y="1846"/>
                      <a:pt x="21610" y="1763"/>
                    </a:cubicBezTo>
                    <a:lnTo>
                      <a:pt x="21539" y="1739"/>
                    </a:lnTo>
                    <a:cubicBezTo>
                      <a:pt x="21408" y="1667"/>
                      <a:pt x="21277" y="1596"/>
                      <a:pt x="21134" y="1525"/>
                    </a:cubicBezTo>
                    <a:lnTo>
                      <a:pt x="21062" y="1489"/>
                    </a:lnTo>
                    <a:cubicBezTo>
                      <a:pt x="20919" y="1417"/>
                      <a:pt x="20765" y="1346"/>
                      <a:pt x="20622" y="1275"/>
                    </a:cubicBezTo>
                    <a:lnTo>
                      <a:pt x="20574" y="1263"/>
                    </a:lnTo>
                    <a:lnTo>
                      <a:pt x="20527" y="1239"/>
                    </a:lnTo>
                    <a:cubicBezTo>
                      <a:pt x="20360" y="1167"/>
                      <a:pt x="20193" y="1096"/>
                      <a:pt x="20026" y="1024"/>
                    </a:cubicBezTo>
                    <a:lnTo>
                      <a:pt x="19955" y="1001"/>
                    </a:lnTo>
                    <a:cubicBezTo>
                      <a:pt x="19788" y="929"/>
                      <a:pt x="19610" y="870"/>
                      <a:pt x="19431" y="810"/>
                    </a:cubicBezTo>
                    <a:lnTo>
                      <a:pt x="19419" y="810"/>
                    </a:lnTo>
                    <a:cubicBezTo>
                      <a:pt x="19241" y="739"/>
                      <a:pt x="19050" y="679"/>
                      <a:pt x="18872" y="632"/>
                    </a:cubicBezTo>
                    <a:lnTo>
                      <a:pt x="18788" y="608"/>
                    </a:lnTo>
                    <a:cubicBezTo>
                      <a:pt x="18622" y="548"/>
                      <a:pt x="18443" y="501"/>
                      <a:pt x="18264" y="453"/>
                    </a:cubicBezTo>
                    <a:lnTo>
                      <a:pt x="18217" y="441"/>
                    </a:lnTo>
                    <a:lnTo>
                      <a:pt x="18145" y="429"/>
                    </a:lnTo>
                    <a:lnTo>
                      <a:pt x="17907" y="370"/>
                    </a:lnTo>
                    <a:lnTo>
                      <a:pt x="17752" y="334"/>
                    </a:lnTo>
                    <a:lnTo>
                      <a:pt x="17490" y="274"/>
                    </a:lnTo>
                    <a:lnTo>
                      <a:pt x="17371" y="251"/>
                    </a:lnTo>
                    <a:cubicBezTo>
                      <a:pt x="17252" y="227"/>
                      <a:pt x="17121" y="203"/>
                      <a:pt x="16990" y="179"/>
                    </a:cubicBezTo>
                    <a:lnTo>
                      <a:pt x="16955" y="179"/>
                    </a:lnTo>
                    <a:cubicBezTo>
                      <a:pt x="16836" y="155"/>
                      <a:pt x="16717" y="143"/>
                      <a:pt x="16597" y="132"/>
                    </a:cubicBezTo>
                    <a:lnTo>
                      <a:pt x="16526" y="132"/>
                    </a:lnTo>
                    <a:cubicBezTo>
                      <a:pt x="16312" y="96"/>
                      <a:pt x="16097" y="72"/>
                      <a:pt x="15883" y="48"/>
                    </a:cubicBezTo>
                    <a:lnTo>
                      <a:pt x="15847" y="48"/>
                    </a:lnTo>
                    <a:cubicBezTo>
                      <a:pt x="15621" y="36"/>
                      <a:pt x="15395" y="12"/>
                      <a:pt x="15169" y="1"/>
                    </a:cubicBezTo>
                    <a:close/>
                  </a:path>
                </a:pathLst>
              </a:custGeom>
              <a:solidFill>
                <a:srgbClr val="015D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defRPr/>
                </a:pPr>
                <a:endParaRPr kumimoji="0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23" name="Google Shape;1497;p44"/>
            <p:cNvSpPr txBox="1"/>
            <p:nvPr/>
          </p:nvSpPr>
          <p:spPr>
            <a:xfrm>
              <a:off x="5024067" y="2795959"/>
              <a:ext cx="7761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27488"/>
                  </a:solidFill>
                  <a:effectLst/>
                  <a:uLnTx/>
                  <a:uFillTx/>
                  <a:latin typeface="+mn-ea"/>
                  <a:ea typeface="+mn-ea"/>
                  <a:cs typeface="Fira Sans Extra Condensed Medium"/>
                  <a:sym typeface="Fira Sans Extra Condensed Medium"/>
                </a:rPr>
                <a:t>三</a:t>
              </a:r>
              <a:endPara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27488"/>
                </a:solidFill>
                <a:effectLst/>
                <a:uLnTx/>
                <a:uFillTx/>
                <a:latin typeface="+mn-ea"/>
                <a:ea typeface="+mn-ea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30" name="Google Shape;1498;p44"/>
          <p:cNvSpPr txBox="1"/>
          <p:nvPr/>
        </p:nvSpPr>
        <p:spPr>
          <a:xfrm>
            <a:off x="4108007" y="3312745"/>
            <a:ext cx="1618452" cy="3724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Fira Sans Extra Condensed Medium"/>
                <a:sym typeface="Fira Sans Extra Condensed Medium"/>
              </a:rPr>
              <a:t>挑战性任务</a:t>
            </a:r>
            <a:endParaRPr kumimoji="0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Fira Sans Extra Condensed Medium"/>
              <a:sym typeface="Fira Sans Extra Condensed Medium"/>
            </a:endParaRPr>
          </a:p>
        </p:txBody>
      </p:sp>
      <p:sp>
        <p:nvSpPr>
          <p:cNvPr id="31" name="Google Shape;1471;p44"/>
          <p:cNvSpPr txBox="1"/>
          <p:nvPr/>
        </p:nvSpPr>
        <p:spPr>
          <a:xfrm>
            <a:off x="6400868" y="4131550"/>
            <a:ext cx="5407107" cy="468599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lang="zh-CN" altLang="en-US" sz="1800" b="1" kern="0" dirty="0">
                <a:latin typeface="+mn-ea"/>
                <a:ea typeface="+mn-ea"/>
                <a:cs typeface="Fira Sans"/>
                <a:sym typeface="Fira Sans"/>
              </a:rPr>
              <a:t>在至少两个层面上实现</a:t>
            </a:r>
            <a:r>
              <a:rPr lang="en-US" altLang="zh-CN" sz="1800" b="1" kern="0" dirty="0">
                <a:latin typeface="+mn-ea"/>
                <a:ea typeface="+mn-ea"/>
                <a:cs typeface="Fira Sans"/>
                <a:sym typeface="Fira Sans"/>
              </a:rPr>
              <a:t>LLM</a:t>
            </a:r>
            <a:r>
              <a:rPr lang="zh-CN" altLang="en-US" sz="1800" b="1" kern="0" dirty="0">
                <a:latin typeface="+mn-ea"/>
                <a:ea typeface="+mn-ea"/>
                <a:cs typeface="Fira Sans"/>
                <a:sym typeface="Fira Sans"/>
              </a:rPr>
              <a:t>模型优化或者部署优化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Fira Sans"/>
              <a:sym typeface="Fira Sans"/>
            </a:endParaRPr>
          </a:p>
        </p:txBody>
      </p:sp>
      <p:grpSp>
        <p:nvGrpSpPr>
          <p:cNvPr id="32" name="Google Shape;1501;p44"/>
          <p:cNvGrpSpPr/>
          <p:nvPr/>
        </p:nvGrpSpPr>
        <p:grpSpPr>
          <a:xfrm>
            <a:off x="1899585" y="3263493"/>
            <a:ext cx="870363" cy="1234493"/>
            <a:chOff x="3334952" y="1754801"/>
            <a:chExt cx="776038" cy="1100705"/>
          </a:xfrm>
        </p:grpSpPr>
        <p:grpSp>
          <p:nvGrpSpPr>
            <p:cNvPr id="33" name="Google Shape;1502;p44"/>
            <p:cNvGrpSpPr/>
            <p:nvPr/>
          </p:nvGrpSpPr>
          <p:grpSpPr>
            <a:xfrm>
              <a:off x="3334952" y="1754801"/>
              <a:ext cx="776038" cy="1100705"/>
              <a:chOff x="1717711" y="2392613"/>
              <a:chExt cx="929165" cy="1317894"/>
            </a:xfrm>
          </p:grpSpPr>
          <p:sp>
            <p:nvSpPr>
              <p:cNvPr id="35" name="Google Shape;1503;p44"/>
              <p:cNvSpPr/>
              <p:nvPr/>
            </p:nvSpPr>
            <p:spPr>
              <a:xfrm>
                <a:off x="1880130" y="3369595"/>
                <a:ext cx="589086" cy="340912"/>
              </a:xfrm>
              <a:custGeom>
                <a:avLst/>
                <a:gdLst/>
                <a:ahLst/>
                <a:cxnLst/>
                <a:rect l="l" t="t" r="r" b="b"/>
                <a:pathLst>
                  <a:path w="18396" h="10646" extrusionOk="0">
                    <a:moveTo>
                      <a:pt x="9178" y="1"/>
                    </a:moveTo>
                    <a:cubicBezTo>
                      <a:pt x="4111" y="1"/>
                      <a:pt x="12" y="2366"/>
                      <a:pt x="0" y="5299"/>
                    </a:cubicBezTo>
                    <a:cubicBezTo>
                      <a:pt x="0" y="8240"/>
                      <a:pt x="4108" y="10633"/>
                      <a:pt x="9180" y="10645"/>
                    </a:cubicBezTo>
                    <a:cubicBezTo>
                      <a:pt x="9205" y="10645"/>
                      <a:pt x="9230" y="10645"/>
                      <a:pt x="9255" y="10645"/>
                    </a:cubicBezTo>
                    <a:cubicBezTo>
                      <a:pt x="14293" y="10645"/>
                      <a:pt x="18383" y="8273"/>
                      <a:pt x="18383" y="5347"/>
                    </a:cubicBezTo>
                    <a:cubicBezTo>
                      <a:pt x="18395" y="2406"/>
                      <a:pt x="14288" y="13"/>
                      <a:pt x="9216" y="1"/>
                    </a:cubicBezTo>
                    <a:cubicBezTo>
                      <a:pt x="9203" y="1"/>
                      <a:pt x="9190" y="1"/>
                      <a:pt x="9178" y="1"/>
                    </a:cubicBez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defRPr/>
                </a:pPr>
                <a:endParaRPr kumimoji="0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6" name="Google Shape;1504;p44"/>
              <p:cNvSpPr/>
              <p:nvPr/>
            </p:nvSpPr>
            <p:spPr>
              <a:xfrm>
                <a:off x="1973924" y="3361205"/>
                <a:ext cx="401882" cy="232227"/>
              </a:xfrm>
              <a:custGeom>
                <a:avLst/>
                <a:gdLst/>
                <a:ahLst/>
                <a:cxnLst/>
                <a:rect l="l" t="t" r="r" b="b"/>
                <a:pathLst>
                  <a:path w="12550" h="7252" extrusionOk="0">
                    <a:moveTo>
                      <a:pt x="6249" y="1"/>
                    </a:moveTo>
                    <a:cubicBezTo>
                      <a:pt x="2801" y="1"/>
                      <a:pt x="12" y="1615"/>
                      <a:pt x="12" y="3608"/>
                    </a:cubicBezTo>
                    <a:cubicBezTo>
                      <a:pt x="0" y="5609"/>
                      <a:pt x="2810" y="7240"/>
                      <a:pt x="6263" y="7252"/>
                    </a:cubicBezTo>
                    <a:cubicBezTo>
                      <a:pt x="6276" y="7252"/>
                      <a:pt x="6288" y="7252"/>
                      <a:pt x="6301" y="7252"/>
                    </a:cubicBezTo>
                    <a:cubicBezTo>
                      <a:pt x="9748" y="7252"/>
                      <a:pt x="12537" y="5637"/>
                      <a:pt x="12537" y="3644"/>
                    </a:cubicBezTo>
                    <a:cubicBezTo>
                      <a:pt x="12549" y="1644"/>
                      <a:pt x="9751" y="13"/>
                      <a:pt x="6287" y="1"/>
                    </a:cubicBezTo>
                    <a:cubicBezTo>
                      <a:pt x="6274" y="1"/>
                      <a:pt x="6261" y="1"/>
                      <a:pt x="6249" y="1"/>
                    </a:cubicBezTo>
                    <a:close/>
                  </a:path>
                </a:pathLst>
              </a:custGeom>
              <a:solidFill>
                <a:srgbClr val="1B4D7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defRPr/>
                </a:pPr>
                <a:endParaRPr kumimoji="0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7" name="Google Shape;1505;p44"/>
              <p:cNvSpPr/>
              <p:nvPr/>
            </p:nvSpPr>
            <p:spPr>
              <a:xfrm>
                <a:off x="1972002" y="3474821"/>
                <a:ext cx="406141" cy="159568"/>
              </a:xfrm>
              <a:custGeom>
                <a:avLst/>
                <a:gdLst/>
                <a:ahLst/>
                <a:cxnLst/>
                <a:rect l="l" t="t" r="r" b="b"/>
                <a:pathLst>
                  <a:path w="12683" h="4983" extrusionOk="0">
                    <a:moveTo>
                      <a:pt x="12597" y="37"/>
                    </a:moveTo>
                    <a:cubicBezTo>
                      <a:pt x="12595" y="95"/>
                      <a:pt x="12595" y="158"/>
                      <a:pt x="12595" y="223"/>
                    </a:cubicBezTo>
                    <a:lnTo>
                      <a:pt x="12595" y="223"/>
                    </a:lnTo>
                    <a:cubicBezTo>
                      <a:pt x="12596" y="216"/>
                      <a:pt x="12597" y="210"/>
                      <a:pt x="12597" y="203"/>
                    </a:cubicBezTo>
                    <a:cubicBezTo>
                      <a:pt x="12597" y="144"/>
                      <a:pt x="12609" y="96"/>
                      <a:pt x="12597" y="37"/>
                    </a:cubicBezTo>
                    <a:close/>
                    <a:moveTo>
                      <a:pt x="72" y="1"/>
                    </a:moveTo>
                    <a:lnTo>
                      <a:pt x="72" y="1"/>
                    </a:lnTo>
                    <a:cubicBezTo>
                      <a:pt x="1" y="1692"/>
                      <a:pt x="13" y="2811"/>
                      <a:pt x="1918" y="3918"/>
                    </a:cubicBezTo>
                    <a:cubicBezTo>
                      <a:pt x="3076" y="4600"/>
                      <a:pt x="4742" y="4983"/>
                      <a:pt x="6427" y="4983"/>
                    </a:cubicBezTo>
                    <a:cubicBezTo>
                      <a:pt x="8830" y="4983"/>
                      <a:pt x="11272" y="4205"/>
                      <a:pt x="12336" y="2406"/>
                    </a:cubicBezTo>
                    <a:cubicBezTo>
                      <a:pt x="12683" y="1863"/>
                      <a:pt x="12595" y="895"/>
                      <a:pt x="12595" y="223"/>
                    </a:cubicBezTo>
                    <a:lnTo>
                      <a:pt x="12595" y="223"/>
                    </a:lnTo>
                    <a:cubicBezTo>
                      <a:pt x="12223" y="2684"/>
                      <a:pt x="8948" y="3537"/>
                      <a:pt x="6811" y="3632"/>
                    </a:cubicBezTo>
                    <a:cubicBezTo>
                      <a:pt x="6640" y="3645"/>
                      <a:pt x="6459" y="3651"/>
                      <a:pt x="6272" y="3651"/>
                    </a:cubicBezTo>
                    <a:cubicBezTo>
                      <a:pt x="3828" y="3651"/>
                      <a:pt x="194" y="2555"/>
                      <a:pt x="7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defRPr/>
                </a:pPr>
                <a:endParaRPr kumimoji="0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8" name="Google Shape;1506;p44"/>
              <p:cNvSpPr/>
              <p:nvPr/>
            </p:nvSpPr>
            <p:spPr>
              <a:xfrm>
                <a:off x="1809968" y="2833371"/>
                <a:ext cx="748462" cy="400730"/>
              </a:xfrm>
              <a:custGeom>
                <a:avLst/>
                <a:gdLst/>
                <a:ahLst/>
                <a:cxnLst/>
                <a:rect l="l" t="t" r="r" b="b"/>
                <a:pathLst>
                  <a:path w="23373" h="12514" extrusionOk="0">
                    <a:moveTo>
                      <a:pt x="0" y="0"/>
                    </a:moveTo>
                    <a:lnTo>
                      <a:pt x="0" y="1381"/>
                    </a:lnTo>
                    <a:lnTo>
                      <a:pt x="0" y="1512"/>
                    </a:lnTo>
                    <a:cubicBezTo>
                      <a:pt x="0" y="1631"/>
                      <a:pt x="0" y="1750"/>
                      <a:pt x="12" y="1858"/>
                    </a:cubicBezTo>
                    <a:lnTo>
                      <a:pt x="12" y="1977"/>
                    </a:lnTo>
                    <a:cubicBezTo>
                      <a:pt x="12" y="2131"/>
                      <a:pt x="24" y="2298"/>
                      <a:pt x="48" y="2465"/>
                    </a:cubicBezTo>
                    <a:lnTo>
                      <a:pt x="48" y="2500"/>
                    </a:lnTo>
                    <a:cubicBezTo>
                      <a:pt x="48" y="2536"/>
                      <a:pt x="60" y="2584"/>
                      <a:pt x="60" y="2620"/>
                    </a:cubicBezTo>
                    <a:cubicBezTo>
                      <a:pt x="72" y="2750"/>
                      <a:pt x="96" y="2881"/>
                      <a:pt x="120" y="3012"/>
                    </a:cubicBezTo>
                    <a:cubicBezTo>
                      <a:pt x="120" y="3072"/>
                      <a:pt x="131" y="3131"/>
                      <a:pt x="143" y="3191"/>
                    </a:cubicBezTo>
                    <a:cubicBezTo>
                      <a:pt x="155" y="3239"/>
                      <a:pt x="167" y="3310"/>
                      <a:pt x="167" y="3370"/>
                    </a:cubicBezTo>
                    <a:cubicBezTo>
                      <a:pt x="179" y="3417"/>
                      <a:pt x="191" y="3465"/>
                      <a:pt x="203" y="3524"/>
                    </a:cubicBezTo>
                    <a:cubicBezTo>
                      <a:pt x="215" y="3572"/>
                      <a:pt x="227" y="3643"/>
                      <a:pt x="239" y="3703"/>
                    </a:cubicBezTo>
                    <a:cubicBezTo>
                      <a:pt x="274" y="3822"/>
                      <a:pt x="298" y="3941"/>
                      <a:pt x="334" y="4048"/>
                    </a:cubicBezTo>
                    <a:cubicBezTo>
                      <a:pt x="346" y="4096"/>
                      <a:pt x="358" y="4155"/>
                      <a:pt x="370" y="4203"/>
                    </a:cubicBezTo>
                    <a:cubicBezTo>
                      <a:pt x="370" y="4215"/>
                      <a:pt x="370" y="4227"/>
                      <a:pt x="381" y="4251"/>
                    </a:cubicBezTo>
                    <a:cubicBezTo>
                      <a:pt x="417" y="4394"/>
                      <a:pt x="465" y="4548"/>
                      <a:pt x="512" y="4691"/>
                    </a:cubicBezTo>
                    <a:lnTo>
                      <a:pt x="512" y="4703"/>
                    </a:lnTo>
                    <a:cubicBezTo>
                      <a:pt x="560" y="4858"/>
                      <a:pt x="608" y="4989"/>
                      <a:pt x="667" y="5132"/>
                    </a:cubicBezTo>
                    <a:lnTo>
                      <a:pt x="679" y="5167"/>
                    </a:lnTo>
                    <a:cubicBezTo>
                      <a:pt x="703" y="5239"/>
                      <a:pt x="727" y="5298"/>
                      <a:pt x="751" y="5358"/>
                    </a:cubicBezTo>
                    <a:cubicBezTo>
                      <a:pt x="798" y="5453"/>
                      <a:pt x="834" y="5560"/>
                      <a:pt x="882" y="5656"/>
                    </a:cubicBezTo>
                    <a:cubicBezTo>
                      <a:pt x="905" y="5715"/>
                      <a:pt x="941" y="5787"/>
                      <a:pt x="965" y="5846"/>
                    </a:cubicBezTo>
                    <a:cubicBezTo>
                      <a:pt x="1001" y="5906"/>
                      <a:pt x="1024" y="5965"/>
                      <a:pt x="1048" y="6025"/>
                    </a:cubicBezTo>
                    <a:lnTo>
                      <a:pt x="1096" y="6120"/>
                    </a:lnTo>
                    <a:cubicBezTo>
                      <a:pt x="1132" y="6203"/>
                      <a:pt x="1179" y="6275"/>
                      <a:pt x="1215" y="6358"/>
                    </a:cubicBezTo>
                    <a:cubicBezTo>
                      <a:pt x="1263" y="6441"/>
                      <a:pt x="1310" y="6525"/>
                      <a:pt x="1346" y="6596"/>
                    </a:cubicBezTo>
                    <a:cubicBezTo>
                      <a:pt x="1394" y="6680"/>
                      <a:pt x="1441" y="6763"/>
                      <a:pt x="1489" y="6834"/>
                    </a:cubicBezTo>
                    <a:cubicBezTo>
                      <a:pt x="1513" y="6882"/>
                      <a:pt x="1548" y="6941"/>
                      <a:pt x="1572" y="6989"/>
                    </a:cubicBezTo>
                    <a:cubicBezTo>
                      <a:pt x="1584" y="7013"/>
                      <a:pt x="1608" y="7037"/>
                      <a:pt x="1620" y="7061"/>
                    </a:cubicBezTo>
                    <a:cubicBezTo>
                      <a:pt x="1691" y="7180"/>
                      <a:pt x="1775" y="7299"/>
                      <a:pt x="1858" y="7418"/>
                    </a:cubicBezTo>
                    <a:cubicBezTo>
                      <a:pt x="1894" y="7465"/>
                      <a:pt x="1917" y="7513"/>
                      <a:pt x="1953" y="7561"/>
                    </a:cubicBezTo>
                    <a:cubicBezTo>
                      <a:pt x="2072" y="7727"/>
                      <a:pt x="2191" y="7894"/>
                      <a:pt x="2310" y="8049"/>
                    </a:cubicBezTo>
                    <a:lnTo>
                      <a:pt x="2310" y="8061"/>
                    </a:lnTo>
                    <a:cubicBezTo>
                      <a:pt x="2417" y="8192"/>
                      <a:pt x="2525" y="8323"/>
                      <a:pt x="2644" y="8454"/>
                    </a:cubicBezTo>
                    <a:cubicBezTo>
                      <a:pt x="2667" y="8489"/>
                      <a:pt x="2703" y="8513"/>
                      <a:pt x="2727" y="8549"/>
                    </a:cubicBezTo>
                    <a:cubicBezTo>
                      <a:pt x="2810" y="8644"/>
                      <a:pt x="2906" y="8739"/>
                      <a:pt x="3001" y="8846"/>
                    </a:cubicBezTo>
                    <a:cubicBezTo>
                      <a:pt x="3037" y="8894"/>
                      <a:pt x="3084" y="8942"/>
                      <a:pt x="3132" y="8977"/>
                    </a:cubicBezTo>
                    <a:cubicBezTo>
                      <a:pt x="3215" y="9061"/>
                      <a:pt x="3287" y="9144"/>
                      <a:pt x="3370" y="9216"/>
                    </a:cubicBezTo>
                    <a:lnTo>
                      <a:pt x="3525" y="9370"/>
                    </a:lnTo>
                    <a:cubicBezTo>
                      <a:pt x="3584" y="9418"/>
                      <a:pt x="3632" y="9478"/>
                      <a:pt x="3691" y="9525"/>
                    </a:cubicBezTo>
                    <a:cubicBezTo>
                      <a:pt x="3715" y="9549"/>
                      <a:pt x="3739" y="9561"/>
                      <a:pt x="3763" y="9585"/>
                    </a:cubicBezTo>
                    <a:cubicBezTo>
                      <a:pt x="3787" y="9597"/>
                      <a:pt x="3846" y="9656"/>
                      <a:pt x="3894" y="9692"/>
                    </a:cubicBezTo>
                    <a:cubicBezTo>
                      <a:pt x="3977" y="9763"/>
                      <a:pt x="4072" y="9847"/>
                      <a:pt x="4156" y="9906"/>
                    </a:cubicBezTo>
                    <a:lnTo>
                      <a:pt x="4299" y="10025"/>
                    </a:lnTo>
                    <a:cubicBezTo>
                      <a:pt x="4394" y="10097"/>
                      <a:pt x="4489" y="10168"/>
                      <a:pt x="4584" y="10240"/>
                    </a:cubicBezTo>
                    <a:cubicBezTo>
                      <a:pt x="4632" y="10263"/>
                      <a:pt x="4668" y="10299"/>
                      <a:pt x="4703" y="10323"/>
                    </a:cubicBezTo>
                    <a:cubicBezTo>
                      <a:pt x="4846" y="10418"/>
                      <a:pt x="4989" y="10513"/>
                      <a:pt x="5132" y="10609"/>
                    </a:cubicBezTo>
                    <a:lnTo>
                      <a:pt x="5180" y="10644"/>
                    </a:lnTo>
                    <a:cubicBezTo>
                      <a:pt x="5311" y="10728"/>
                      <a:pt x="5430" y="10799"/>
                      <a:pt x="5561" y="10871"/>
                    </a:cubicBezTo>
                    <a:lnTo>
                      <a:pt x="5715" y="10954"/>
                    </a:lnTo>
                    <a:lnTo>
                      <a:pt x="6013" y="11132"/>
                    </a:lnTo>
                    <a:lnTo>
                      <a:pt x="6180" y="11216"/>
                    </a:lnTo>
                    <a:cubicBezTo>
                      <a:pt x="6287" y="11263"/>
                      <a:pt x="6394" y="11311"/>
                      <a:pt x="6501" y="11371"/>
                    </a:cubicBezTo>
                    <a:lnTo>
                      <a:pt x="6644" y="11442"/>
                    </a:lnTo>
                    <a:lnTo>
                      <a:pt x="6704" y="11466"/>
                    </a:lnTo>
                    <a:cubicBezTo>
                      <a:pt x="6799" y="11502"/>
                      <a:pt x="6894" y="11549"/>
                      <a:pt x="6989" y="11585"/>
                    </a:cubicBezTo>
                    <a:lnTo>
                      <a:pt x="7144" y="11644"/>
                    </a:lnTo>
                    <a:cubicBezTo>
                      <a:pt x="7311" y="11716"/>
                      <a:pt x="7478" y="11775"/>
                      <a:pt x="7644" y="11835"/>
                    </a:cubicBezTo>
                    <a:lnTo>
                      <a:pt x="7692" y="11859"/>
                    </a:lnTo>
                    <a:cubicBezTo>
                      <a:pt x="7847" y="11906"/>
                      <a:pt x="8001" y="11954"/>
                      <a:pt x="8156" y="12002"/>
                    </a:cubicBezTo>
                    <a:lnTo>
                      <a:pt x="8335" y="12049"/>
                    </a:lnTo>
                    <a:cubicBezTo>
                      <a:pt x="8430" y="12085"/>
                      <a:pt x="8525" y="12109"/>
                      <a:pt x="8609" y="12133"/>
                    </a:cubicBezTo>
                    <a:lnTo>
                      <a:pt x="8704" y="12156"/>
                    </a:lnTo>
                    <a:lnTo>
                      <a:pt x="8799" y="12180"/>
                    </a:lnTo>
                    <a:cubicBezTo>
                      <a:pt x="8966" y="12216"/>
                      <a:pt x="9133" y="12252"/>
                      <a:pt x="9299" y="12287"/>
                    </a:cubicBezTo>
                    <a:lnTo>
                      <a:pt x="9347" y="12299"/>
                    </a:lnTo>
                    <a:cubicBezTo>
                      <a:pt x="9514" y="12323"/>
                      <a:pt x="9680" y="12359"/>
                      <a:pt x="9847" y="12383"/>
                    </a:cubicBezTo>
                    <a:lnTo>
                      <a:pt x="9942" y="12383"/>
                    </a:lnTo>
                    <a:cubicBezTo>
                      <a:pt x="10049" y="12406"/>
                      <a:pt x="10168" y="12418"/>
                      <a:pt x="10287" y="12430"/>
                    </a:cubicBezTo>
                    <a:cubicBezTo>
                      <a:pt x="10347" y="12430"/>
                      <a:pt x="10418" y="12442"/>
                      <a:pt x="10490" y="12454"/>
                    </a:cubicBezTo>
                    <a:cubicBezTo>
                      <a:pt x="10645" y="12466"/>
                      <a:pt x="10811" y="12478"/>
                      <a:pt x="10966" y="12490"/>
                    </a:cubicBezTo>
                    <a:lnTo>
                      <a:pt x="11073" y="12490"/>
                    </a:lnTo>
                    <a:cubicBezTo>
                      <a:pt x="11264" y="12502"/>
                      <a:pt x="11466" y="12514"/>
                      <a:pt x="11669" y="12514"/>
                    </a:cubicBezTo>
                    <a:cubicBezTo>
                      <a:pt x="11811" y="12514"/>
                      <a:pt x="11966" y="12514"/>
                      <a:pt x="12121" y="12502"/>
                    </a:cubicBezTo>
                    <a:lnTo>
                      <a:pt x="12204" y="12502"/>
                    </a:lnTo>
                    <a:lnTo>
                      <a:pt x="12395" y="12490"/>
                    </a:lnTo>
                    <a:cubicBezTo>
                      <a:pt x="12514" y="12490"/>
                      <a:pt x="12645" y="12478"/>
                      <a:pt x="12764" y="12466"/>
                    </a:cubicBezTo>
                    <a:lnTo>
                      <a:pt x="12966" y="12442"/>
                    </a:lnTo>
                    <a:cubicBezTo>
                      <a:pt x="13014" y="12442"/>
                      <a:pt x="13062" y="12430"/>
                      <a:pt x="13097" y="12430"/>
                    </a:cubicBezTo>
                    <a:lnTo>
                      <a:pt x="13324" y="12395"/>
                    </a:lnTo>
                    <a:lnTo>
                      <a:pt x="13502" y="12371"/>
                    </a:lnTo>
                    <a:cubicBezTo>
                      <a:pt x="13657" y="12347"/>
                      <a:pt x="13812" y="12323"/>
                      <a:pt x="13967" y="12299"/>
                    </a:cubicBezTo>
                    <a:lnTo>
                      <a:pt x="14038" y="12287"/>
                    </a:lnTo>
                    <a:cubicBezTo>
                      <a:pt x="14217" y="12252"/>
                      <a:pt x="14383" y="12216"/>
                      <a:pt x="14550" y="12168"/>
                    </a:cubicBezTo>
                    <a:cubicBezTo>
                      <a:pt x="14609" y="12156"/>
                      <a:pt x="14657" y="12145"/>
                      <a:pt x="14705" y="12133"/>
                    </a:cubicBezTo>
                    <a:cubicBezTo>
                      <a:pt x="14788" y="12109"/>
                      <a:pt x="14883" y="12085"/>
                      <a:pt x="14967" y="12061"/>
                    </a:cubicBezTo>
                    <a:lnTo>
                      <a:pt x="15062" y="12037"/>
                    </a:lnTo>
                    <a:lnTo>
                      <a:pt x="15264" y="11978"/>
                    </a:lnTo>
                    <a:cubicBezTo>
                      <a:pt x="15371" y="11942"/>
                      <a:pt x="15479" y="11906"/>
                      <a:pt x="15574" y="11871"/>
                    </a:cubicBezTo>
                    <a:lnTo>
                      <a:pt x="15776" y="11811"/>
                    </a:lnTo>
                    <a:lnTo>
                      <a:pt x="15895" y="11764"/>
                    </a:lnTo>
                    <a:cubicBezTo>
                      <a:pt x="15955" y="11740"/>
                      <a:pt x="16014" y="11716"/>
                      <a:pt x="16074" y="11692"/>
                    </a:cubicBezTo>
                    <a:cubicBezTo>
                      <a:pt x="16133" y="11668"/>
                      <a:pt x="16217" y="11633"/>
                      <a:pt x="16288" y="11609"/>
                    </a:cubicBezTo>
                    <a:cubicBezTo>
                      <a:pt x="16395" y="11573"/>
                      <a:pt x="16491" y="11525"/>
                      <a:pt x="16586" y="11478"/>
                    </a:cubicBezTo>
                    <a:cubicBezTo>
                      <a:pt x="16657" y="11454"/>
                      <a:pt x="16717" y="11418"/>
                      <a:pt x="16788" y="11394"/>
                    </a:cubicBezTo>
                    <a:lnTo>
                      <a:pt x="16860" y="11359"/>
                    </a:lnTo>
                    <a:lnTo>
                      <a:pt x="17026" y="11275"/>
                    </a:lnTo>
                    <a:lnTo>
                      <a:pt x="17312" y="11132"/>
                    </a:lnTo>
                    <a:lnTo>
                      <a:pt x="17538" y="11002"/>
                    </a:lnTo>
                    <a:cubicBezTo>
                      <a:pt x="17634" y="10954"/>
                      <a:pt x="17717" y="10906"/>
                      <a:pt x="17812" y="10859"/>
                    </a:cubicBezTo>
                    <a:lnTo>
                      <a:pt x="17884" y="10811"/>
                    </a:lnTo>
                    <a:cubicBezTo>
                      <a:pt x="17991" y="10751"/>
                      <a:pt x="18098" y="10680"/>
                      <a:pt x="18205" y="10621"/>
                    </a:cubicBezTo>
                    <a:lnTo>
                      <a:pt x="18217" y="10621"/>
                    </a:lnTo>
                    <a:cubicBezTo>
                      <a:pt x="18348" y="10537"/>
                      <a:pt x="18479" y="10442"/>
                      <a:pt x="18610" y="10347"/>
                    </a:cubicBezTo>
                    <a:lnTo>
                      <a:pt x="18705" y="10275"/>
                    </a:lnTo>
                    <a:cubicBezTo>
                      <a:pt x="18836" y="10192"/>
                      <a:pt x="18967" y="10097"/>
                      <a:pt x="19098" y="9989"/>
                    </a:cubicBezTo>
                    <a:lnTo>
                      <a:pt x="19110" y="9978"/>
                    </a:lnTo>
                    <a:cubicBezTo>
                      <a:pt x="19241" y="9882"/>
                      <a:pt x="19360" y="9775"/>
                      <a:pt x="19491" y="9668"/>
                    </a:cubicBezTo>
                    <a:lnTo>
                      <a:pt x="19539" y="9632"/>
                    </a:lnTo>
                    <a:cubicBezTo>
                      <a:pt x="19658" y="9525"/>
                      <a:pt x="19777" y="9418"/>
                      <a:pt x="19896" y="9299"/>
                    </a:cubicBezTo>
                    <a:lnTo>
                      <a:pt x="19955" y="9251"/>
                    </a:lnTo>
                    <a:cubicBezTo>
                      <a:pt x="20063" y="9132"/>
                      <a:pt x="20182" y="9025"/>
                      <a:pt x="20289" y="8906"/>
                    </a:cubicBezTo>
                    <a:lnTo>
                      <a:pt x="20348" y="8846"/>
                    </a:lnTo>
                    <a:cubicBezTo>
                      <a:pt x="20455" y="8739"/>
                      <a:pt x="20563" y="8620"/>
                      <a:pt x="20670" y="8489"/>
                    </a:cubicBezTo>
                    <a:cubicBezTo>
                      <a:pt x="20705" y="8477"/>
                      <a:pt x="20717" y="8454"/>
                      <a:pt x="20729" y="8442"/>
                    </a:cubicBezTo>
                    <a:cubicBezTo>
                      <a:pt x="20836" y="8323"/>
                      <a:pt x="20932" y="8204"/>
                      <a:pt x="21039" y="8073"/>
                    </a:cubicBezTo>
                    <a:cubicBezTo>
                      <a:pt x="21039" y="8061"/>
                      <a:pt x="21051" y="8061"/>
                      <a:pt x="21051" y="8049"/>
                    </a:cubicBezTo>
                    <a:cubicBezTo>
                      <a:pt x="21158" y="7918"/>
                      <a:pt x="21253" y="7787"/>
                      <a:pt x="21348" y="7656"/>
                    </a:cubicBezTo>
                    <a:lnTo>
                      <a:pt x="21396" y="7596"/>
                    </a:lnTo>
                    <a:cubicBezTo>
                      <a:pt x="21491" y="7465"/>
                      <a:pt x="21575" y="7334"/>
                      <a:pt x="21658" y="7203"/>
                    </a:cubicBezTo>
                    <a:lnTo>
                      <a:pt x="21706" y="7132"/>
                    </a:lnTo>
                    <a:cubicBezTo>
                      <a:pt x="21789" y="6989"/>
                      <a:pt x="21872" y="6858"/>
                      <a:pt x="21956" y="6727"/>
                    </a:cubicBezTo>
                    <a:cubicBezTo>
                      <a:pt x="21968" y="6703"/>
                      <a:pt x="21979" y="6680"/>
                      <a:pt x="21991" y="6656"/>
                    </a:cubicBezTo>
                    <a:cubicBezTo>
                      <a:pt x="22063" y="6513"/>
                      <a:pt x="22146" y="6370"/>
                      <a:pt x="22218" y="6227"/>
                    </a:cubicBezTo>
                    <a:lnTo>
                      <a:pt x="22218" y="6215"/>
                    </a:lnTo>
                    <a:cubicBezTo>
                      <a:pt x="22301" y="6060"/>
                      <a:pt x="22372" y="5918"/>
                      <a:pt x="22432" y="5763"/>
                    </a:cubicBezTo>
                    <a:lnTo>
                      <a:pt x="22456" y="5715"/>
                    </a:lnTo>
                    <a:cubicBezTo>
                      <a:pt x="22527" y="5560"/>
                      <a:pt x="22587" y="5417"/>
                      <a:pt x="22646" y="5263"/>
                    </a:cubicBezTo>
                    <a:lnTo>
                      <a:pt x="22682" y="5179"/>
                    </a:lnTo>
                    <a:cubicBezTo>
                      <a:pt x="22730" y="5036"/>
                      <a:pt x="22789" y="4882"/>
                      <a:pt x="22837" y="4739"/>
                    </a:cubicBezTo>
                    <a:cubicBezTo>
                      <a:pt x="22849" y="4715"/>
                      <a:pt x="22849" y="4679"/>
                      <a:pt x="22860" y="4655"/>
                    </a:cubicBezTo>
                    <a:cubicBezTo>
                      <a:pt x="22908" y="4513"/>
                      <a:pt x="22956" y="4346"/>
                      <a:pt x="23003" y="4191"/>
                    </a:cubicBezTo>
                    <a:cubicBezTo>
                      <a:pt x="23003" y="4179"/>
                      <a:pt x="23003" y="4155"/>
                      <a:pt x="23015" y="4144"/>
                    </a:cubicBezTo>
                    <a:cubicBezTo>
                      <a:pt x="23051" y="3989"/>
                      <a:pt x="23099" y="3822"/>
                      <a:pt x="23122" y="3667"/>
                    </a:cubicBezTo>
                    <a:cubicBezTo>
                      <a:pt x="23134" y="3655"/>
                      <a:pt x="23134" y="3643"/>
                      <a:pt x="23134" y="3632"/>
                    </a:cubicBezTo>
                    <a:cubicBezTo>
                      <a:pt x="23170" y="3465"/>
                      <a:pt x="23206" y="3298"/>
                      <a:pt x="23230" y="3143"/>
                    </a:cubicBezTo>
                    <a:lnTo>
                      <a:pt x="23241" y="3060"/>
                    </a:lnTo>
                    <a:cubicBezTo>
                      <a:pt x="23265" y="2893"/>
                      <a:pt x="23289" y="2739"/>
                      <a:pt x="23301" y="2572"/>
                    </a:cubicBezTo>
                    <a:cubicBezTo>
                      <a:pt x="23301" y="2548"/>
                      <a:pt x="23301" y="2512"/>
                      <a:pt x="23313" y="2489"/>
                    </a:cubicBezTo>
                    <a:cubicBezTo>
                      <a:pt x="23337" y="2322"/>
                      <a:pt x="23349" y="2155"/>
                      <a:pt x="23361" y="1988"/>
                    </a:cubicBezTo>
                    <a:lnTo>
                      <a:pt x="23361" y="1929"/>
                    </a:lnTo>
                    <a:cubicBezTo>
                      <a:pt x="23361" y="1750"/>
                      <a:pt x="23372" y="1572"/>
                      <a:pt x="23372" y="1393"/>
                    </a:cubicBezTo>
                    <a:lnTo>
                      <a:pt x="23372" y="12"/>
                    </a:lnTo>
                    <a:cubicBezTo>
                      <a:pt x="23372" y="191"/>
                      <a:pt x="23372" y="369"/>
                      <a:pt x="23361" y="536"/>
                    </a:cubicBezTo>
                    <a:lnTo>
                      <a:pt x="23361" y="607"/>
                    </a:lnTo>
                    <a:cubicBezTo>
                      <a:pt x="23349" y="774"/>
                      <a:pt x="23337" y="941"/>
                      <a:pt x="23313" y="1107"/>
                    </a:cubicBezTo>
                    <a:cubicBezTo>
                      <a:pt x="23313" y="1131"/>
                      <a:pt x="23313" y="1167"/>
                      <a:pt x="23301" y="1191"/>
                    </a:cubicBezTo>
                    <a:cubicBezTo>
                      <a:pt x="23289" y="1357"/>
                      <a:pt x="23265" y="1512"/>
                      <a:pt x="23241" y="1679"/>
                    </a:cubicBezTo>
                    <a:lnTo>
                      <a:pt x="23230" y="1750"/>
                    </a:lnTo>
                    <a:cubicBezTo>
                      <a:pt x="23206" y="1917"/>
                      <a:pt x="23170" y="2084"/>
                      <a:pt x="23134" y="2239"/>
                    </a:cubicBezTo>
                    <a:cubicBezTo>
                      <a:pt x="23134" y="2250"/>
                      <a:pt x="23134" y="2274"/>
                      <a:pt x="23122" y="2286"/>
                    </a:cubicBezTo>
                    <a:cubicBezTo>
                      <a:pt x="23099" y="2441"/>
                      <a:pt x="23051" y="2608"/>
                      <a:pt x="23015" y="2762"/>
                    </a:cubicBezTo>
                    <a:cubicBezTo>
                      <a:pt x="23015" y="2774"/>
                      <a:pt x="23015" y="2786"/>
                      <a:pt x="23003" y="2810"/>
                    </a:cubicBezTo>
                    <a:cubicBezTo>
                      <a:pt x="22956" y="2965"/>
                      <a:pt x="22908" y="3120"/>
                      <a:pt x="22860" y="3274"/>
                    </a:cubicBezTo>
                    <a:cubicBezTo>
                      <a:pt x="22849" y="3298"/>
                      <a:pt x="22849" y="3322"/>
                      <a:pt x="22837" y="3346"/>
                    </a:cubicBezTo>
                    <a:cubicBezTo>
                      <a:pt x="22789" y="3501"/>
                      <a:pt x="22730" y="3643"/>
                      <a:pt x="22682" y="3798"/>
                    </a:cubicBezTo>
                    <a:lnTo>
                      <a:pt x="22646" y="3882"/>
                    </a:lnTo>
                    <a:cubicBezTo>
                      <a:pt x="22587" y="4024"/>
                      <a:pt x="22527" y="4179"/>
                      <a:pt x="22456" y="4322"/>
                    </a:cubicBezTo>
                    <a:lnTo>
                      <a:pt x="22432" y="4382"/>
                    </a:lnTo>
                    <a:cubicBezTo>
                      <a:pt x="22360" y="4525"/>
                      <a:pt x="22301" y="4679"/>
                      <a:pt x="22218" y="4822"/>
                    </a:cubicBezTo>
                    <a:lnTo>
                      <a:pt x="22218" y="4834"/>
                    </a:lnTo>
                    <a:cubicBezTo>
                      <a:pt x="22146" y="4989"/>
                      <a:pt x="22075" y="5132"/>
                      <a:pt x="21991" y="5275"/>
                    </a:cubicBezTo>
                    <a:cubicBezTo>
                      <a:pt x="21979" y="5298"/>
                      <a:pt x="21968" y="5310"/>
                      <a:pt x="21956" y="5334"/>
                    </a:cubicBezTo>
                    <a:cubicBezTo>
                      <a:pt x="21872" y="5477"/>
                      <a:pt x="21789" y="5608"/>
                      <a:pt x="21706" y="5739"/>
                    </a:cubicBezTo>
                    <a:lnTo>
                      <a:pt x="21658" y="5810"/>
                    </a:lnTo>
                    <a:cubicBezTo>
                      <a:pt x="21575" y="5941"/>
                      <a:pt x="21491" y="6072"/>
                      <a:pt x="21396" y="6203"/>
                    </a:cubicBezTo>
                    <a:lnTo>
                      <a:pt x="21348" y="6263"/>
                    </a:lnTo>
                    <a:cubicBezTo>
                      <a:pt x="21253" y="6406"/>
                      <a:pt x="21158" y="6537"/>
                      <a:pt x="21051" y="6656"/>
                    </a:cubicBezTo>
                    <a:cubicBezTo>
                      <a:pt x="21051" y="6668"/>
                      <a:pt x="21039" y="6680"/>
                      <a:pt x="21039" y="6680"/>
                    </a:cubicBezTo>
                    <a:cubicBezTo>
                      <a:pt x="20932" y="6811"/>
                      <a:pt x="20836" y="6941"/>
                      <a:pt x="20729" y="7061"/>
                    </a:cubicBezTo>
                    <a:cubicBezTo>
                      <a:pt x="20717" y="7072"/>
                      <a:pt x="20705" y="7084"/>
                      <a:pt x="20694" y="7096"/>
                    </a:cubicBezTo>
                    <a:cubicBezTo>
                      <a:pt x="20586" y="7215"/>
                      <a:pt x="20479" y="7334"/>
                      <a:pt x="20372" y="7453"/>
                    </a:cubicBezTo>
                    <a:lnTo>
                      <a:pt x="20313" y="7513"/>
                    </a:lnTo>
                    <a:cubicBezTo>
                      <a:pt x="20205" y="7632"/>
                      <a:pt x="20086" y="7739"/>
                      <a:pt x="19979" y="7846"/>
                    </a:cubicBezTo>
                    <a:lnTo>
                      <a:pt x="19908" y="7906"/>
                    </a:lnTo>
                    <a:cubicBezTo>
                      <a:pt x="19801" y="8013"/>
                      <a:pt x="19682" y="8132"/>
                      <a:pt x="19551" y="8227"/>
                    </a:cubicBezTo>
                    <a:lnTo>
                      <a:pt x="19515" y="8275"/>
                    </a:lnTo>
                    <a:cubicBezTo>
                      <a:pt x="19384" y="8382"/>
                      <a:pt x="19253" y="8489"/>
                      <a:pt x="19122" y="8585"/>
                    </a:cubicBezTo>
                    <a:lnTo>
                      <a:pt x="19110" y="8596"/>
                    </a:lnTo>
                    <a:cubicBezTo>
                      <a:pt x="18991" y="8704"/>
                      <a:pt x="18860" y="8799"/>
                      <a:pt x="18717" y="8894"/>
                    </a:cubicBezTo>
                    <a:lnTo>
                      <a:pt x="18622" y="8966"/>
                    </a:lnTo>
                    <a:cubicBezTo>
                      <a:pt x="18491" y="9061"/>
                      <a:pt x="18360" y="9144"/>
                      <a:pt x="18229" y="9227"/>
                    </a:cubicBezTo>
                    <a:lnTo>
                      <a:pt x="18217" y="9227"/>
                    </a:lnTo>
                    <a:cubicBezTo>
                      <a:pt x="18086" y="9311"/>
                      <a:pt x="17955" y="9394"/>
                      <a:pt x="17824" y="9478"/>
                    </a:cubicBezTo>
                    <a:cubicBezTo>
                      <a:pt x="17729" y="9525"/>
                      <a:pt x="17646" y="9573"/>
                      <a:pt x="17550" y="9620"/>
                    </a:cubicBezTo>
                    <a:lnTo>
                      <a:pt x="17324" y="9751"/>
                    </a:lnTo>
                    <a:lnTo>
                      <a:pt x="17038" y="9882"/>
                    </a:lnTo>
                    <a:cubicBezTo>
                      <a:pt x="16967" y="9930"/>
                      <a:pt x="16884" y="9966"/>
                      <a:pt x="16800" y="10001"/>
                    </a:cubicBezTo>
                    <a:cubicBezTo>
                      <a:pt x="16729" y="10037"/>
                      <a:pt x="16669" y="10061"/>
                      <a:pt x="16598" y="10097"/>
                    </a:cubicBezTo>
                    <a:cubicBezTo>
                      <a:pt x="16503" y="10144"/>
                      <a:pt x="16407" y="10180"/>
                      <a:pt x="16312" y="10216"/>
                    </a:cubicBezTo>
                    <a:lnTo>
                      <a:pt x="16086" y="10311"/>
                    </a:lnTo>
                    <a:cubicBezTo>
                      <a:pt x="15991" y="10347"/>
                      <a:pt x="15883" y="10382"/>
                      <a:pt x="15788" y="10418"/>
                    </a:cubicBezTo>
                    <a:lnTo>
                      <a:pt x="15598" y="10490"/>
                    </a:lnTo>
                    <a:cubicBezTo>
                      <a:pt x="15491" y="10525"/>
                      <a:pt x="15383" y="10561"/>
                      <a:pt x="15276" y="10597"/>
                    </a:cubicBezTo>
                    <a:lnTo>
                      <a:pt x="15074" y="10644"/>
                    </a:lnTo>
                    <a:cubicBezTo>
                      <a:pt x="14955" y="10680"/>
                      <a:pt x="14836" y="10716"/>
                      <a:pt x="14717" y="10751"/>
                    </a:cubicBezTo>
                    <a:cubicBezTo>
                      <a:pt x="14669" y="10763"/>
                      <a:pt x="14621" y="10775"/>
                      <a:pt x="14562" y="10787"/>
                    </a:cubicBezTo>
                    <a:cubicBezTo>
                      <a:pt x="14395" y="10823"/>
                      <a:pt x="14217" y="10871"/>
                      <a:pt x="14050" y="10906"/>
                    </a:cubicBezTo>
                    <a:lnTo>
                      <a:pt x="13978" y="10918"/>
                    </a:lnTo>
                    <a:cubicBezTo>
                      <a:pt x="13824" y="10942"/>
                      <a:pt x="13669" y="10966"/>
                      <a:pt x="13514" y="10990"/>
                    </a:cubicBezTo>
                    <a:lnTo>
                      <a:pt x="13335" y="11013"/>
                    </a:lnTo>
                    <a:cubicBezTo>
                      <a:pt x="13216" y="11037"/>
                      <a:pt x="13097" y="11049"/>
                      <a:pt x="12978" y="11061"/>
                    </a:cubicBezTo>
                    <a:lnTo>
                      <a:pt x="12776" y="11073"/>
                    </a:lnTo>
                    <a:cubicBezTo>
                      <a:pt x="12657" y="11085"/>
                      <a:pt x="12538" y="11097"/>
                      <a:pt x="12407" y="11109"/>
                    </a:cubicBezTo>
                    <a:lnTo>
                      <a:pt x="12216" y="11121"/>
                    </a:lnTo>
                    <a:cubicBezTo>
                      <a:pt x="12038" y="11121"/>
                      <a:pt x="11859" y="11132"/>
                      <a:pt x="11681" y="11132"/>
                    </a:cubicBezTo>
                    <a:cubicBezTo>
                      <a:pt x="11502" y="11132"/>
                      <a:pt x="11276" y="11132"/>
                      <a:pt x="11085" y="11109"/>
                    </a:cubicBezTo>
                    <a:lnTo>
                      <a:pt x="10978" y="11109"/>
                    </a:lnTo>
                    <a:cubicBezTo>
                      <a:pt x="10823" y="11109"/>
                      <a:pt x="10657" y="11097"/>
                      <a:pt x="10502" y="11085"/>
                    </a:cubicBezTo>
                    <a:cubicBezTo>
                      <a:pt x="10430" y="11085"/>
                      <a:pt x="10359" y="11061"/>
                      <a:pt x="10299" y="11061"/>
                    </a:cubicBezTo>
                    <a:cubicBezTo>
                      <a:pt x="10168" y="11037"/>
                      <a:pt x="10049" y="11025"/>
                      <a:pt x="9918" y="11013"/>
                    </a:cubicBezTo>
                    <a:lnTo>
                      <a:pt x="9859" y="11002"/>
                    </a:lnTo>
                    <a:cubicBezTo>
                      <a:pt x="9692" y="10978"/>
                      <a:pt x="9525" y="10942"/>
                      <a:pt x="9359" y="10918"/>
                    </a:cubicBezTo>
                    <a:lnTo>
                      <a:pt x="9311" y="10906"/>
                    </a:lnTo>
                    <a:cubicBezTo>
                      <a:pt x="9144" y="10871"/>
                      <a:pt x="8978" y="10835"/>
                      <a:pt x="8811" y="10799"/>
                    </a:cubicBezTo>
                    <a:lnTo>
                      <a:pt x="8716" y="10775"/>
                    </a:lnTo>
                    <a:cubicBezTo>
                      <a:pt x="8597" y="10740"/>
                      <a:pt x="8478" y="10716"/>
                      <a:pt x="8347" y="10680"/>
                    </a:cubicBezTo>
                    <a:cubicBezTo>
                      <a:pt x="8287" y="10656"/>
                      <a:pt x="8228" y="10644"/>
                      <a:pt x="8168" y="10632"/>
                    </a:cubicBezTo>
                    <a:cubicBezTo>
                      <a:pt x="8013" y="10585"/>
                      <a:pt x="7859" y="10525"/>
                      <a:pt x="7716" y="10478"/>
                    </a:cubicBezTo>
                    <a:cubicBezTo>
                      <a:pt x="7692" y="10478"/>
                      <a:pt x="7680" y="10466"/>
                      <a:pt x="7656" y="10466"/>
                    </a:cubicBezTo>
                    <a:cubicBezTo>
                      <a:pt x="7490" y="10406"/>
                      <a:pt x="7323" y="10335"/>
                      <a:pt x="7156" y="10275"/>
                    </a:cubicBezTo>
                    <a:lnTo>
                      <a:pt x="7001" y="10204"/>
                    </a:lnTo>
                    <a:cubicBezTo>
                      <a:pt x="6894" y="10156"/>
                      <a:pt x="6775" y="10109"/>
                      <a:pt x="6668" y="10061"/>
                    </a:cubicBezTo>
                    <a:lnTo>
                      <a:pt x="6513" y="9989"/>
                    </a:lnTo>
                    <a:cubicBezTo>
                      <a:pt x="6406" y="9942"/>
                      <a:pt x="6299" y="9882"/>
                      <a:pt x="6192" y="9835"/>
                    </a:cubicBezTo>
                    <a:lnTo>
                      <a:pt x="6037" y="9751"/>
                    </a:lnTo>
                    <a:lnTo>
                      <a:pt x="5727" y="9585"/>
                    </a:lnTo>
                    <a:lnTo>
                      <a:pt x="5573" y="9501"/>
                    </a:lnTo>
                    <a:cubicBezTo>
                      <a:pt x="5454" y="9418"/>
                      <a:pt x="5323" y="9347"/>
                      <a:pt x="5204" y="9263"/>
                    </a:cubicBezTo>
                    <a:lnTo>
                      <a:pt x="5144" y="9227"/>
                    </a:lnTo>
                    <a:cubicBezTo>
                      <a:pt x="5001" y="9144"/>
                      <a:pt x="4858" y="9049"/>
                      <a:pt x="4715" y="8942"/>
                    </a:cubicBezTo>
                    <a:cubicBezTo>
                      <a:pt x="4680" y="8918"/>
                      <a:pt x="4644" y="8894"/>
                      <a:pt x="4596" y="8858"/>
                    </a:cubicBezTo>
                    <a:cubicBezTo>
                      <a:pt x="4501" y="8787"/>
                      <a:pt x="4406" y="8716"/>
                      <a:pt x="4311" y="8644"/>
                    </a:cubicBezTo>
                    <a:lnTo>
                      <a:pt x="4168" y="8537"/>
                    </a:lnTo>
                    <a:cubicBezTo>
                      <a:pt x="4084" y="8465"/>
                      <a:pt x="3989" y="8382"/>
                      <a:pt x="3906" y="8311"/>
                    </a:cubicBezTo>
                    <a:cubicBezTo>
                      <a:pt x="3858" y="8275"/>
                      <a:pt x="3822" y="8239"/>
                      <a:pt x="3775" y="8204"/>
                    </a:cubicBezTo>
                    <a:cubicBezTo>
                      <a:pt x="3691" y="8132"/>
                      <a:pt x="3620" y="8061"/>
                      <a:pt x="3537" y="7989"/>
                    </a:cubicBezTo>
                    <a:lnTo>
                      <a:pt x="3382" y="7834"/>
                    </a:lnTo>
                    <a:cubicBezTo>
                      <a:pt x="3299" y="7763"/>
                      <a:pt x="3227" y="7692"/>
                      <a:pt x="3144" y="7608"/>
                    </a:cubicBezTo>
                    <a:cubicBezTo>
                      <a:pt x="3096" y="7561"/>
                      <a:pt x="3048" y="7513"/>
                      <a:pt x="3013" y="7465"/>
                    </a:cubicBezTo>
                    <a:cubicBezTo>
                      <a:pt x="2918" y="7370"/>
                      <a:pt x="2834" y="7275"/>
                      <a:pt x="2739" y="7168"/>
                    </a:cubicBezTo>
                    <a:cubicBezTo>
                      <a:pt x="2715" y="7132"/>
                      <a:pt x="2679" y="7108"/>
                      <a:pt x="2656" y="7072"/>
                    </a:cubicBezTo>
                    <a:cubicBezTo>
                      <a:pt x="2537" y="6941"/>
                      <a:pt x="2429" y="6811"/>
                      <a:pt x="2322" y="6668"/>
                    </a:cubicBezTo>
                    <a:cubicBezTo>
                      <a:pt x="2215" y="6537"/>
                      <a:pt x="2084" y="6346"/>
                      <a:pt x="1965" y="6179"/>
                    </a:cubicBezTo>
                    <a:cubicBezTo>
                      <a:pt x="1929" y="6132"/>
                      <a:pt x="1894" y="6084"/>
                      <a:pt x="1858" y="6037"/>
                    </a:cubicBezTo>
                    <a:cubicBezTo>
                      <a:pt x="1786" y="5918"/>
                      <a:pt x="1703" y="5798"/>
                      <a:pt x="1632" y="5679"/>
                    </a:cubicBezTo>
                    <a:cubicBezTo>
                      <a:pt x="1584" y="5608"/>
                      <a:pt x="1536" y="5525"/>
                      <a:pt x="1489" y="5453"/>
                    </a:cubicBezTo>
                    <a:cubicBezTo>
                      <a:pt x="1453" y="5382"/>
                      <a:pt x="1405" y="5310"/>
                      <a:pt x="1358" y="5215"/>
                    </a:cubicBezTo>
                    <a:cubicBezTo>
                      <a:pt x="1310" y="5132"/>
                      <a:pt x="1274" y="5060"/>
                      <a:pt x="1227" y="4977"/>
                    </a:cubicBezTo>
                    <a:cubicBezTo>
                      <a:pt x="1191" y="4894"/>
                      <a:pt x="1143" y="4822"/>
                      <a:pt x="1108" y="4739"/>
                    </a:cubicBezTo>
                    <a:cubicBezTo>
                      <a:pt x="1060" y="4655"/>
                      <a:pt x="1013" y="4560"/>
                      <a:pt x="977" y="4465"/>
                    </a:cubicBezTo>
                    <a:cubicBezTo>
                      <a:pt x="941" y="4405"/>
                      <a:pt x="917" y="4334"/>
                      <a:pt x="882" y="4274"/>
                    </a:cubicBezTo>
                    <a:cubicBezTo>
                      <a:pt x="846" y="4167"/>
                      <a:pt x="798" y="4072"/>
                      <a:pt x="762" y="3977"/>
                    </a:cubicBezTo>
                    <a:cubicBezTo>
                      <a:pt x="739" y="3917"/>
                      <a:pt x="715" y="3858"/>
                      <a:pt x="691" y="3786"/>
                    </a:cubicBezTo>
                    <a:cubicBezTo>
                      <a:pt x="632" y="3643"/>
                      <a:pt x="572" y="3477"/>
                      <a:pt x="524" y="3322"/>
                    </a:cubicBezTo>
                    <a:lnTo>
                      <a:pt x="524" y="3310"/>
                    </a:lnTo>
                    <a:cubicBezTo>
                      <a:pt x="465" y="3155"/>
                      <a:pt x="417" y="2989"/>
                      <a:pt x="370" y="2822"/>
                    </a:cubicBezTo>
                    <a:cubicBezTo>
                      <a:pt x="358" y="2774"/>
                      <a:pt x="346" y="2727"/>
                      <a:pt x="334" y="2667"/>
                    </a:cubicBezTo>
                    <a:cubicBezTo>
                      <a:pt x="298" y="2560"/>
                      <a:pt x="274" y="2441"/>
                      <a:pt x="251" y="2322"/>
                    </a:cubicBezTo>
                    <a:cubicBezTo>
                      <a:pt x="239" y="2262"/>
                      <a:pt x="227" y="2203"/>
                      <a:pt x="215" y="2143"/>
                    </a:cubicBezTo>
                    <a:cubicBezTo>
                      <a:pt x="191" y="2036"/>
                      <a:pt x="167" y="1917"/>
                      <a:pt x="143" y="1810"/>
                    </a:cubicBezTo>
                    <a:cubicBezTo>
                      <a:pt x="143" y="1750"/>
                      <a:pt x="131" y="1691"/>
                      <a:pt x="120" y="1631"/>
                    </a:cubicBezTo>
                    <a:cubicBezTo>
                      <a:pt x="96" y="1500"/>
                      <a:pt x="84" y="1369"/>
                      <a:pt x="72" y="1250"/>
                    </a:cubicBezTo>
                    <a:cubicBezTo>
                      <a:pt x="72" y="1203"/>
                      <a:pt x="60" y="1155"/>
                      <a:pt x="48" y="1119"/>
                    </a:cubicBezTo>
                    <a:cubicBezTo>
                      <a:pt x="36" y="941"/>
                      <a:pt x="24" y="762"/>
                      <a:pt x="12" y="595"/>
                    </a:cubicBezTo>
                    <a:lnTo>
                      <a:pt x="12" y="488"/>
                    </a:lnTo>
                    <a:cubicBezTo>
                      <a:pt x="0" y="322"/>
                      <a:pt x="0" y="167"/>
                      <a:pt x="0" y="0"/>
                    </a:cubicBezTo>
                    <a:close/>
                  </a:path>
                </a:pathLst>
              </a:custGeom>
              <a:solidFill>
                <a:srgbClr val="0086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defRPr/>
                </a:pPr>
                <a:endParaRPr kumimoji="0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9" name="Google Shape;1507;p44"/>
              <p:cNvSpPr/>
              <p:nvPr/>
            </p:nvSpPr>
            <p:spPr>
              <a:xfrm>
                <a:off x="1717711" y="2433577"/>
                <a:ext cx="929165" cy="1040539"/>
              </a:xfrm>
              <a:custGeom>
                <a:avLst/>
                <a:gdLst/>
                <a:ahLst/>
                <a:cxnLst/>
                <a:rect l="l" t="t" r="r" b="b"/>
                <a:pathLst>
                  <a:path w="29016" h="32494" extrusionOk="0">
                    <a:moveTo>
                      <a:pt x="14562" y="2692"/>
                    </a:moveTo>
                    <a:cubicBezTo>
                      <a:pt x="21015" y="2692"/>
                      <a:pt x="26253" y="7669"/>
                      <a:pt x="26253" y="13812"/>
                    </a:cubicBezTo>
                    <a:cubicBezTo>
                      <a:pt x="26253" y="19956"/>
                      <a:pt x="21015" y="24945"/>
                      <a:pt x="14562" y="24945"/>
                    </a:cubicBezTo>
                    <a:cubicBezTo>
                      <a:pt x="8096" y="24945"/>
                      <a:pt x="2858" y="19968"/>
                      <a:pt x="2858" y="13812"/>
                    </a:cubicBezTo>
                    <a:cubicBezTo>
                      <a:pt x="2858" y="7669"/>
                      <a:pt x="8096" y="2692"/>
                      <a:pt x="14562" y="2692"/>
                    </a:cubicBezTo>
                    <a:close/>
                    <a:moveTo>
                      <a:pt x="14347" y="1"/>
                    </a:moveTo>
                    <a:cubicBezTo>
                      <a:pt x="6584" y="96"/>
                      <a:pt x="250" y="6109"/>
                      <a:pt x="95" y="13491"/>
                    </a:cubicBezTo>
                    <a:cubicBezTo>
                      <a:pt x="0" y="18348"/>
                      <a:pt x="2560" y="22647"/>
                      <a:pt x="6477" y="25159"/>
                    </a:cubicBezTo>
                    <a:cubicBezTo>
                      <a:pt x="7192" y="25611"/>
                      <a:pt x="7858" y="26135"/>
                      <a:pt x="8477" y="26707"/>
                    </a:cubicBezTo>
                    <a:lnTo>
                      <a:pt x="14550" y="32493"/>
                    </a:lnTo>
                    <a:lnTo>
                      <a:pt x="20658" y="26683"/>
                    </a:lnTo>
                    <a:cubicBezTo>
                      <a:pt x="21253" y="26123"/>
                      <a:pt x="21920" y="25611"/>
                      <a:pt x="22622" y="25171"/>
                    </a:cubicBezTo>
                    <a:cubicBezTo>
                      <a:pt x="26492" y="22694"/>
                      <a:pt x="29016" y="18515"/>
                      <a:pt x="29016" y="13753"/>
                    </a:cubicBezTo>
                    <a:cubicBezTo>
                      <a:pt x="29016" y="6156"/>
                      <a:pt x="22551" y="1"/>
                      <a:pt x="14562" y="1"/>
                    </a:cubicBezTo>
                    <a:close/>
                  </a:path>
                </a:pathLst>
              </a:custGeom>
              <a:solidFill>
                <a:srgbClr val="00A3A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defRPr/>
                </a:pPr>
                <a:endParaRPr kumimoji="0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0" name="Google Shape;1508;p44"/>
              <p:cNvSpPr/>
              <p:nvPr/>
            </p:nvSpPr>
            <p:spPr>
              <a:xfrm>
                <a:off x="1721906" y="2392613"/>
                <a:ext cx="924586" cy="475854"/>
              </a:xfrm>
              <a:custGeom>
                <a:avLst/>
                <a:gdLst/>
                <a:ahLst/>
                <a:cxnLst/>
                <a:rect l="l" t="t" r="r" b="b"/>
                <a:pathLst>
                  <a:path w="28873" h="14860" extrusionOk="0">
                    <a:moveTo>
                      <a:pt x="13871" y="1"/>
                    </a:moveTo>
                    <a:cubicBezTo>
                      <a:pt x="13680" y="12"/>
                      <a:pt x="13502" y="24"/>
                      <a:pt x="13323" y="36"/>
                    </a:cubicBezTo>
                    <a:lnTo>
                      <a:pt x="13228" y="48"/>
                    </a:lnTo>
                    <a:cubicBezTo>
                      <a:pt x="13049" y="60"/>
                      <a:pt x="12883" y="72"/>
                      <a:pt x="12716" y="96"/>
                    </a:cubicBezTo>
                    <a:lnTo>
                      <a:pt x="12609" y="96"/>
                    </a:lnTo>
                    <a:cubicBezTo>
                      <a:pt x="12442" y="120"/>
                      <a:pt x="12275" y="143"/>
                      <a:pt x="12109" y="167"/>
                    </a:cubicBezTo>
                    <a:lnTo>
                      <a:pt x="12085" y="167"/>
                    </a:lnTo>
                    <a:cubicBezTo>
                      <a:pt x="11918" y="191"/>
                      <a:pt x="11752" y="227"/>
                      <a:pt x="11573" y="263"/>
                    </a:cubicBezTo>
                    <a:lnTo>
                      <a:pt x="11525" y="274"/>
                    </a:lnTo>
                    <a:lnTo>
                      <a:pt x="11478" y="274"/>
                    </a:lnTo>
                    <a:cubicBezTo>
                      <a:pt x="11311" y="310"/>
                      <a:pt x="11144" y="346"/>
                      <a:pt x="10978" y="382"/>
                    </a:cubicBezTo>
                    <a:lnTo>
                      <a:pt x="10894" y="405"/>
                    </a:lnTo>
                    <a:cubicBezTo>
                      <a:pt x="10728" y="441"/>
                      <a:pt x="10561" y="489"/>
                      <a:pt x="10406" y="536"/>
                    </a:cubicBezTo>
                    <a:lnTo>
                      <a:pt x="10382" y="536"/>
                    </a:lnTo>
                    <a:cubicBezTo>
                      <a:pt x="10204" y="584"/>
                      <a:pt x="10037" y="632"/>
                      <a:pt x="9859" y="691"/>
                    </a:cubicBezTo>
                    <a:lnTo>
                      <a:pt x="9775" y="715"/>
                    </a:lnTo>
                    <a:cubicBezTo>
                      <a:pt x="9608" y="774"/>
                      <a:pt x="9454" y="834"/>
                      <a:pt x="9287" y="894"/>
                    </a:cubicBezTo>
                    <a:lnTo>
                      <a:pt x="9239" y="905"/>
                    </a:lnTo>
                    <a:lnTo>
                      <a:pt x="9192" y="917"/>
                    </a:lnTo>
                    <a:cubicBezTo>
                      <a:pt x="9025" y="989"/>
                      <a:pt x="8846" y="1060"/>
                      <a:pt x="8668" y="1132"/>
                    </a:cubicBezTo>
                    <a:lnTo>
                      <a:pt x="8596" y="1155"/>
                    </a:lnTo>
                    <a:cubicBezTo>
                      <a:pt x="8418" y="1239"/>
                      <a:pt x="8251" y="1310"/>
                      <a:pt x="8073" y="1394"/>
                    </a:cubicBezTo>
                    <a:lnTo>
                      <a:pt x="8049" y="1405"/>
                    </a:lnTo>
                    <a:lnTo>
                      <a:pt x="8013" y="1417"/>
                    </a:lnTo>
                    <a:cubicBezTo>
                      <a:pt x="7823" y="1513"/>
                      <a:pt x="7620" y="1608"/>
                      <a:pt x="7430" y="1715"/>
                    </a:cubicBezTo>
                    <a:lnTo>
                      <a:pt x="7370" y="1751"/>
                    </a:lnTo>
                    <a:cubicBezTo>
                      <a:pt x="7180" y="1858"/>
                      <a:pt x="6989" y="1953"/>
                      <a:pt x="6811" y="2072"/>
                    </a:cubicBezTo>
                    <a:lnTo>
                      <a:pt x="6775" y="2084"/>
                    </a:lnTo>
                    <a:lnTo>
                      <a:pt x="6727" y="2120"/>
                    </a:lnTo>
                    <a:cubicBezTo>
                      <a:pt x="6620" y="2179"/>
                      <a:pt x="6537" y="2239"/>
                      <a:pt x="6441" y="2298"/>
                    </a:cubicBezTo>
                    <a:lnTo>
                      <a:pt x="6370" y="2334"/>
                    </a:lnTo>
                    <a:cubicBezTo>
                      <a:pt x="6251" y="2418"/>
                      <a:pt x="6144" y="2489"/>
                      <a:pt x="6025" y="2560"/>
                    </a:cubicBezTo>
                    <a:cubicBezTo>
                      <a:pt x="6001" y="2584"/>
                      <a:pt x="5977" y="2608"/>
                      <a:pt x="5941" y="2620"/>
                    </a:cubicBezTo>
                    <a:lnTo>
                      <a:pt x="5691" y="2810"/>
                    </a:lnTo>
                    <a:lnTo>
                      <a:pt x="5584" y="2882"/>
                    </a:lnTo>
                    <a:cubicBezTo>
                      <a:pt x="5489" y="2953"/>
                      <a:pt x="5394" y="3025"/>
                      <a:pt x="5298" y="3096"/>
                    </a:cubicBezTo>
                    <a:lnTo>
                      <a:pt x="5275" y="3120"/>
                    </a:lnTo>
                    <a:lnTo>
                      <a:pt x="5263" y="3120"/>
                    </a:lnTo>
                    <a:cubicBezTo>
                      <a:pt x="5167" y="3191"/>
                      <a:pt x="5072" y="3275"/>
                      <a:pt x="4989" y="3346"/>
                    </a:cubicBezTo>
                    <a:lnTo>
                      <a:pt x="4917" y="3394"/>
                    </a:lnTo>
                    <a:lnTo>
                      <a:pt x="4715" y="3572"/>
                    </a:lnTo>
                    <a:lnTo>
                      <a:pt x="4608" y="3656"/>
                    </a:lnTo>
                    <a:lnTo>
                      <a:pt x="4441" y="3811"/>
                    </a:lnTo>
                    <a:lnTo>
                      <a:pt x="4346" y="3906"/>
                    </a:lnTo>
                    <a:lnTo>
                      <a:pt x="4191" y="4061"/>
                    </a:lnTo>
                    <a:lnTo>
                      <a:pt x="4084" y="4156"/>
                    </a:lnTo>
                    <a:cubicBezTo>
                      <a:pt x="4036" y="4203"/>
                      <a:pt x="3989" y="4251"/>
                      <a:pt x="3941" y="4311"/>
                    </a:cubicBezTo>
                    <a:lnTo>
                      <a:pt x="3834" y="4406"/>
                    </a:lnTo>
                    <a:cubicBezTo>
                      <a:pt x="3786" y="4465"/>
                      <a:pt x="3739" y="4513"/>
                      <a:pt x="3679" y="4561"/>
                    </a:cubicBezTo>
                    <a:lnTo>
                      <a:pt x="3584" y="4668"/>
                    </a:lnTo>
                    <a:lnTo>
                      <a:pt x="3441" y="4834"/>
                    </a:lnTo>
                    <a:cubicBezTo>
                      <a:pt x="3405" y="4858"/>
                      <a:pt x="3382" y="4894"/>
                      <a:pt x="3346" y="4930"/>
                    </a:cubicBezTo>
                    <a:lnTo>
                      <a:pt x="3167" y="5132"/>
                    </a:lnTo>
                    <a:lnTo>
                      <a:pt x="3120" y="5192"/>
                    </a:lnTo>
                    <a:cubicBezTo>
                      <a:pt x="3048" y="5287"/>
                      <a:pt x="2977" y="5370"/>
                      <a:pt x="2893" y="5466"/>
                    </a:cubicBezTo>
                    <a:cubicBezTo>
                      <a:pt x="2881" y="5489"/>
                      <a:pt x="2858" y="5525"/>
                      <a:pt x="2834" y="5549"/>
                    </a:cubicBezTo>
                    <a:cubicBezTo>
                      <a:pt x="2786" y="5608"/>
                      <a:pt x="2739" y="5680"/>
                      <a:pt x="2691" y="5751"/>
                    </a:cubicBezTo>
                    <a:cubicBezTo>
                      <a:pt x="2667" y="5787"/>
                      <a:pt x="2643" y="5823"/>
                      <a:pt x="2608" y="5858"/>
                    </a:cubicBezTo>
                    <a:cubicBezTo>
                      <a:pt x="2572" y="5918"/>
                      <a:pt x="2524" y="5977"/>
                      <a:pt x="2477" y="6037"/>
                    </a:cubicBezTo>
                    <a:lnTo>
                      <a:pt x="2393" y="6144"/>
                    </a:lnTo>
                    <a:lnTo>
                      <a:pt x="2274" y="6323"/>
                    </a:lnTo>
                    <a:cubicBezTo>
                      <a:pt x="2250" y="6358"/>
                      <a:pt x="2227" y="6406"/>
                      <a:pt x="2203" y="6442"/>
                    </a:cubicBezTo>
                    <a:cubicBezTo>
                      <a:pt x="2167" y="6489"/>
                      <a:pt x="2119" y="6561"/>
                      <a:pt x="2084" y="6620"/>
                    </a:cubicBezTo>
                    <a:lnTo>
                      <a:pt x="2000" y="6739"/>
                    </a:lnTo>
                    <a:cubicBezTo>
                      <a:pt x="1965" y="6799"/>
                      <a:pt x="1929" y="6870"/>
                      <a:pt x="1893" y="6930"/>
                    </a:cubicBezTo>
                    <a:lnTo>
                      <a:pt x="1822" y="7049"/>
                    </a:lnTo>
                    <a:cubicBezTo>
                      <a:pt x="1786" y="7109"/>
                      <a:pt x="1750" y="7180"/>
                      <a:pt x="1703" y="7240"/>
                    </a:cubicBezTo>
                    <a:lnTo>
                      <a:pt x="1643" y="7359"/>
                    </a:lnTo>
                    <a:cubicBezTo>
                      <a:pt x="1596" y="7442"/>
                      <a:pt x="1548" y="7525"/>
                      <a:pt x="1512" y="7609"/>
                    </a:cubicBezTo>
                    <a:cubicBezTo>
                      <a:pt x="1500" y="7632"/>
                      <a:pt x="1488" y="7644"/>
                      <a:pt x="1477" y="7668"/>
                    </a:cubicBezTo>
                    <a:cubicBezTo>
                      <a:pt x="1429" y="7763"/>
                      <a:pt x="1369" y="7871"/>
                      <a:pt x="1322" y="7978"/>
                    </a:cubicBezTo>
                    <a:lnTo>
                      <a:pt x="1274" y="8073"/>
                    </a:lnTo>
                    <a:cubicBezTo>
                      <a:pt x="1238" y="8144"/>
                      <a:pt x="1203" y="8228"/>
                      <a:pt x="1167" y="8299"/>
                    </a:cubicBezTo>
                    <a:lnTo>
                      <a:pt x="1119" y="8418"/>
                    </a:lnTo>
                    <a:cubicBezTo>
                      <a:pt x="1084" y="8490"/>
                      <a:pt x="1060" y="8561"/>
                      <a:pt x="1024" y="8621"/>
                    </a:cubicBezTo>
                    <a:cubicBezTo>
                      <a:pt x="1000" y="8692"/>
                      <a:pt x="988" y="8716"/>
                      <a:pt x="976" y="8752"/>
                    </a:cubicBezTo>
                    <a:cubicBezTo>
                      <a:pt x="941" y="8823"/>
                      <a:pt x="917" y="8883"/>
                      <a:pt x="893" y="8954"/>
                    </a:cubicBezTo>
                    <a:cubicBezTo>
                      <a:pt x="869" y="9002"/>
                      <a:pt x="857" y="9049"/>
                      <a:pt x="845" y="9085"/>
                    </a:cubicBezTo>
                    <a:cubicBezTo>
                      <a:pt x="810" y="9156"/>
                      <a:pt x="786" y="9216"/>
                      <a:pt x="762" y="9287"/>
                    </a:cubicBezTo>
                    <a:cubicBezTo>
                      <a:pt x="750" y="9335"/>
                      <a:pt x="738" y="9383"/>
                      <a:pt x="715" y="9430"/>
                    </a:cubicBezTo>
                    <a:lnTo>
                      <a:pt x="643" y="9633"/>
                    </a:lnTo>
                    <a:cubicBezTo>
                      <a:pt x="631" y="9680"/>
                      <a:pt x="619" y="9716"/>
                      <a:pt x="607" y="9764"/>
                    </a:cubicBezTo>
                    <a:cubicBezTo>
                      <a:pt x="584" y="9835"/>
                      <a:pt x="560" y="9907"/>
                      <a:pt x="536" y="9990"/>
                    </a:cubicBezTo>
                    <a:cubicBezTo>
                      <a:pt x="524" y="10026"/>
                      <a:pt x="512" y="10061"/>
                      <a:pt x="500" y="10109"/>
                    </a:cubicBezTo>
                    <a:cubicBezTo>
                      <a:pt x="476" y="10204"/>
                      <a:pt x="441" y="10299"/>
                      <a:pt x="417" y="10407"/>
                    </a:cubicBezTo>
                    <a:cubicBezTo>
                      <a:pt x="417" y="10419"/>
                      <a:pt x="405" y="10430"/>
                      <a:pt x="405" y="10454"/>
                    </a:cubicBezTo>
                    <a:cubicBezTo>
                      <a:pt x="381" y="10561"/>
                      <a:pt x="345" y="10680"/>
                      <a:pt x="322" y="10800"/>
                    </a:cubicBezTo>
                    <a:cubicBezTo>
                      <a:pt x="310" y="10835"/>
                      <a:pt x="310" y="10871"/>
                      <a:pt x="298" y="10907"/>
                    </a:cubicBezTo>
                    <a:cubicBezTo>
                      <a:pt x="274" y="10990"/>
                      <a:pt x="262" y="11061"/>
                      <a:pt x="250" y="11145"/>
                    </a:cubicBezTo>
                    <a:cubicBezTo>
                      <a:pt x="238" y="11192"/>
                      <a:pt x="226" y="11240"/>
                      <a:pt x="214" y="11288"/>
                    </a:cubicBezTo>
                    <a:cubicBezTo>
                      <a:pt x="203" y="11359"/>
                      <a:pt x="191" y="11431"/>
                      <a:pt x="179" y="11502"/>
                    </a:cubicBezTo>
                    <a:cubicBezTo>
                      <a:pt x="167" y="11550"/>
                      <a:pt x="167" y="11597"/>
                      <a:pt x="155" y="11645"/>
                    </a:cubicBezTo>
                    <a:cubicBezTo>
                      <a:pt x="143" y="11704"/>
                      <a:pt x="131" y="11788"/>
                      <a:pt x="119" y="11859"/>
                    </a:cubicBezTo>
                    <a:cubicBezTo>
                      <a:pt x="107" y="11931"/>
                      <a:pt x="107" y="11966"/>
                      <a:pt x="107" y="12014"/>
                    </a:cubicBezTo>
                    <a:lnTo>
                      <a:pt x="72" y="12228"/>
                    </a:lnTo>
                    <a:cubicBezTo>
                      <a:pt x="72" y="12276"/>
                      <a:pt x="60" y="12324"/>
                      <a:pt x="60" y="12371"/>
                    </a:cubicBezTo>
                    <a:cubicBezTo>
                      <a:pt x="48" y="12454"/>
                      <a:pt x="48" y="12526"/>
                      <a:pt x="36" y="12597"/>
                    </a:cubicBezTo>
                    <a:cubicBezTo>
                      <a:pt x="36" y="12645"/>
                      <a:pt x="24" y="12693"/>
                      <a:pt x="24" y="12740"/>
                    </a:cubicBezTo>
                    <a:cubicBezTo>
                      <a:pt x="24" y="12824"/>
                      <a:pt x="12" y="12907"/>
                      <a:pt x="12" y="12990"/>
                    </a:cubicBezTo>
                    <a:lnTo>
                      <a:pt x="12" y="13109"/>
                    </a:lnTo>
                    <a:cubicBezTo>
                      <a:pt x="12" y="13228"/>
                      <a:pt x="0" y="13347"/>
                      <a:pt x="0" y="13478"/>
                    </a:cubicBezTo>
                    <a:lnTo>
                      <a:pt x="0" y="13740"/>
                    </a:lnTo>
                    <a:lnTo>
                      <a:pt x="0" y="14860"/>
                    </a:lnTo>
                    <a:cubicBezTo>
                      <a:pt x="0" y="14729"/>
                      <a:pt x="0" y="14610"/>
                      <a:pt x="12" y="14490"/>
                    </a:cubicBezTo>
                    <a:lnTo>
                      <a:pt x="12" y="14371"/>
                    </a:lnTo>
                    <a:cubicBezTo>
                      <a:pt x="12" y="14288"/>
                      <a:pt x="24" y="14205"/>
                      <a:pt x="24" y="14121"/>
                    </a:cubicBezTo>
                    <a:cubicBezTo>
                      <a:pt x="24" y="14074"/>
                      <a:pt x="36" y="14026"/>
                      <a:pt x="36" y="13978"/>
                    </a:cubicBezTo>
                    <a:cubicBezTo>
                      <a:pt x="36" y="13907"/>
                      <a:pt x="48" y="13836"/>
                      <a:pt x="60" y="13752"/>
                    </a:cubicBezTo>
                    <a:cubicBezTo>
                      <a:pt x="60" y="13705"/>
                      <a:pt x="72" y="13657"/>
                      <a:pt x="72" y="13609"/>
                    </a:cubicBezTo>
                    <a:lnTo>
                      <a:pt x="107" y="13395"/>
                    </a:lnTo>
                    <a:cubicBezTo>
                      <a:pt x="107" y="13347"/>
                      <a:pt x="119" y="13288"/>
                      <a:pt x="119" y="13240"/>
                    </a:cubicBezTo>
                    <a:cubicBezTo>
                      <a:pt x="131" y="13193"/>
                      <a:pt x="143" y="13097"/>
                      <a:pt x="155" y="13026"/>
                    </a:cubicBezTo>
                    <a:cubicBezTo>
                      <a:pt x="167" y="12966"/>
                      <a:pt x="167" y="12931"/>
                      <a:pt x="179" y="12883"/>
                    </a:cubicBezTo>
                    <a:cubicBezTo>
                      <a:pt x="191" y="12812"/>
                      <a:pt x="203" y="12728"/>
                      <a:pt x="214" y="12657"/>
                    </a:cubicBezTo>
                    <a:cubicBezTo>
                      <a:pt x="226" y="12621"/>
                      <a:pt x="238" y="12574"/>
                      <a:pt x="250" y="12526"/>
                    </a:cubicBezTo>
                    <a:cubicBezTo>
                      <a:pt x="262" y="12443"/>
                      <a:pt x="274" y="12359"/>
                      <a:pt x="298" y="12288"/>
                    </a:cubicBezTo>
                    <a:cubicBezTo>
                      <a:pt x="310" y="12252"/>
                      <a:pt x="310" y="12216"/>
                      <a:pt x="322" y="12181"/>
                    </a:cubicBezTo>
                    <a:cubicBezTo>
                      <a:pt x="345" y="12062"/>
                      <a:pt x="381" y="11943"/>
                      <a:pt x="405" y="11823"/>
                    </a:cubicBezTo>
                    <a:cubicBezTo>
                      <a:pt x="405" y="11812"/>
                      <a:pt x="417" y="11800"/>
                      <a:pt x="417" y="11788"/>
                    </a:cubicBezTo>
                    <a:cubicBezTo>
                      <a:pt x="441" y="11692"/>
                      <a:pt x="476" y="11585"/>
                      <a:pt x="500" y="11478"/>
                    </a:cubicBezTo>
                    <a:cubicBezTo>
                      <a:pt x="512" y="11442"/>
                      <a:pt x="524" y="11407"/>
                      <a:pt x="536" y="11371"/>
                    </a:cubicBezTo>
                    <a:cubicBezTo>
                      <a:pt x="560" y="11288"/>
                      <a:pt x="584" y="11216"/>
                      <a:pt x="607" y="11145"/>
                    </a:cubicBezTo>
                    <a:cubicBezTo>
                      <a:pt x="619" y="11097"/>
                      <a:pt x="631" y="11050"/>
                      <a:pt x="643" y="11014"/>
                    </a:cubicBezTo>
                    <a:lnTo>
                      <a:pt x="715" y="10800"/>
                    </a:lnTo>
                    <a:cubicBezTo>
                      <a:pt x="738" y="10764"/>
                      <a:pt x="750" y="10716"/>
                      <a:pt x="762" y="10669"/>
                    </a:cubicBezTo>
                    <a:cubicBezTo>
                      <a:pt x="786" y="10621"/>
                      <a:pt x="810" y="10538"/>
                      <a:pt x="845" y="10466"/>
                    </a:cubicBezTo>
                    <a:cubicBezTo>
                      <a:pt x="869" y="10407"/>
                      <a:pt x="869" y="10383"/>
                      <a:pt x="893" y="10335"/>
                    </a:cubicBezTo>
                    <a:cubicBezTo>
                      <a:pt x="905" y="10288"/>
                      <a:pt x="941" y="10204"/>
                      <a:pt x="976" y="10133"/>
                    </a:cubicBezTo>
                    <a:cubicBezTo>
                      <a:pt x="1000" y="10073"/>
                      <a:pt x="1012" y="10049"/>
                      <a:pt x="1024" y="10002"/>
                    </a:cubicBezTo>
                    <a:cubicBezTo>
                      <a:pt x="1048" y="9954"/>
                      <a:pt x="1084" y="9871"/>
                      <a:pt x="1119" y="9799"/>
                    </a:cubicBezTo>
                    <a:lnTo>
                      <a:pt x="1167" y="9680"/>
                    </a:lnTo>
                    <a:cubicBezTo>
                      <a:pt x="1203" y="9597"/>
                      <a:pt x="1238" y="9526"/>
                      <a:pt x="1274" y="9454"/>
                    </a:cubicBezTo>
                    <a:lnTo>
                      <a:pt x="1322" y="9359"/>
                    </a:lnTo>
                    <a:cubicBezTo>
                      <a:pt x="1369" y="9252"/>
                      <a:pt x="1429" y="9145"/>
                      <a:pt x="1477" y="9049"/>
                    </a:cubicBezTo>
                    <a:cubicBezTo>
                      <a:pt x="1488" y="9025"/>
                      <a:pt x="1500" y="9002"/>
                      <a:pt x="1512" y="8990"/>
                    </a:cubicBezTo>
                    <a:cubicBezTo>
                      <a:pt x="1548" y="8906"/>
                      <a:pt x="1596" y="8823"/>
                      <a:pt x="1643" y="8728"/>
                    </a:cubicBezTo>
                    <a:lnTo>
                      <a:pt x="1703" y="8621"/>
                    </a:lnTo>
                    <a:cubicBezTo>
                      <a:pt x="1750" y="8561"/>
                      <a:pt x="1786" y="8490"/>
                      <a:pt x="1822" y="8430"/>
                    </a:cubicBezTo>
                    <a:lnTo>
                      <a:pt x="1893" y="8311"/>
                    </a:lnTo>
                    <a:cubicBezTo>
                      <a:pt x="1929" y="8240"/>
                      <a:pt x="1965" y="8180"/>
                      <a:pt x="2000" y="8121"/>
                    </a:cubicBezTo>
                    <a:lnTo>
                      <a:pt x="2084" y="8002"/>
                    </a:lnTo>
                    <a:cubicBezTo>
                      <a:pt x="2119" y="7942"/>
                      <a:pt x="2155" y="7882"/>
                      <a:pt x="2203" y="7823"/>
                    </a:cubicBezTo>
                    <a:cubicBezTo>
                      <a:pt x="2239" y="7763"/>
                      <a:pt x="2250" y="7740"/>
                      <a:pt x="2274" y="7704"/>
                    </a:cubicBezTo>
                    <a:lnTo>
                      <a:pt x="2393" y="7525"/>
                    </a:lnTo>
                    <a:lnTo>
                      <a:pt x="2477" y="7418"/>
                    </a:lnTo>
                    <a:cubicBezTo>
                      <a:pt x="2524" y="7347"/>
                      <a:pt x="2572" y="7287"/>
                      <a:pt x="2608" y="7228"/>
                    </a:cubicBezTo>
                    <a:cubicBezTo>
                      <a:pt x="2643" y="7204"/>
                      <a:pt x="2667" y="7168"/>
                      <a:pt x="2691" y="7132"/>
                    </a:cubicBezTo>
                    <a:cubicBezTo>
                      <a:pt x="2739" y="7061"/>
                      <a:pt x="2798" y="6990"/>
                      <a:pt x="2834" y="6930"/>
                    </a:cubicBezTo>
                    <a:cubicBezTo>
                      <a:pt x="2858" y="6894"/>
                      <a:pt x="2881" y="6870"/>
                      <a:pt x="2893" y="6847"/>
                    </a:cubicBezTo>
                    <a:cubicBezTo>
                      <a:pt x="2977" y="6751"/>
                      <a:pt x="3048" y="6668"/>
                      <a:pt x="3120" y="6573"/>
                    </a:cubicBezTo>
                    <a:lnTo>
                      <a:pt x="3167" y="6513"/>
                    </a:lnTo>
                    <a:cubicBezTo>
                      <a:pt x="3227" y="6442"/>
                      <a:pt x="3286" y="6370"/>
                      <a:pt x="3358" y="6311"/>
                    </a:cubicBezTo>
                    <a:lnTo>
                      <a:pt x="3441" y="6216"/>
                    </a:lnTo>
                    <a:lnTo>
                      <a:pt x="3584" y="6037"/>
                    </a:lnTo>
                    <a:lnTo>
                      <a:pt x="3679" y="5942"/>
                    </a:lnTo>
                    <a:cubicBezTo>
                      <a:pt x="3727" y="5882"/>
                      <a:pt x="3786" y="5835"/>
                      <a:pt x="3834" y="5787"/>
                    </a:cubicBezTo>
                    <a:lnTo>
                      <a:pt x="3941" y="5692"/>
                    </a:lnTo>
                    <a:cubicBezTo>
                      <a:pt x="3989" y="5632"/>
                      <a:pt x="4036" y="5585"/>
                      <a:pt x="4084" y="5537"/>
                    </a:cubicBezTo>
                    <a:lnTo>
                      <a:pt x="4191" y="5430"/>
                    </a:lnTo>
                    <a:lnTo>
                      <a:pt x="4346" y="5287"/>
                    </a:lnTo>
                    <a:lnTo>
                      <a:pt x="4453" y="5192"/>
                    </a:lnTo>
                    <a:lnTo>
                      <a:pt x="4620" y="5037"/>
                    </a:lnTo>
                    <a:lnTo>
                      <a:pt x="4715" y="4954"/>
                    </a:lnTo>
                    <a:lnTo>
                      <a:pt x="4917" y="4775"/>
                    </a:lnTo>
                    <a:lnTo>
                      <a:pt x="4989" y="4727"/>
                    </a:lnTo>
                    <a:cubicBezTo>
                      <a:pt x="5084" y="4644"/>
                      <a:pt x="5167" y="4573"/>
                      <a:pt x="5263" y="4501"/>
                    </a:cubicBezTo>
                    <a:lnTo>
                      <a:pt x="5310" y="4465"/>
                    </a:lnTo>
                    <a:cubicBezTo>
                      <a:pt x="5406" y="4394"/>
                      <a:pt x="5501" y="4323"/>
                      <a:pt x="5596" y="4251"/>
                    </a:cubicBezTo>
                    <a:lnTo>
                      <a:pt x="5691" y="4180"/>
                    </a:lnTo>
                    <a:lnTo>
                      <a:pt x="5953" y="4001"/>
                    </a:lnTo>
                    <a:lnTo>
                      <a:pt x="6037" y="3942"/>
                    </a:lnTo>
                    <a:cubicBezTo>
                      <a:pt x="6144" y="3858"/>
                      <a:pt x="6263" y="3787"/>
                      <a:pt x="6370" y="3715"/>
                    </a:cubicBezTo>
                    <a:lnTo>
                      <a:pt x="6441" y="3668"/>
                    </a:lnTo>
                    <a:cubicBezTo>
                      <a:pt x="6537" y="3608"/>
                      <a:pt x="6632" y="3549"/>
                      <a:pt x="6727" y="3489"/>
                    </a:cubicBezTo>
                    <a:lnTo>
                      <a:pt x="6811" y="3441"/>
                    </a:lnTo>
                    <a:cubicBezTo>
                      <a:pt x="7001" y="3334"/>
                      <a:pt x="7180" y="3227"/>
                      <a:pt x="7370" y="3132"/>
                    </a:cubicBezTo>
                    <a:lnTo>
                      <a:pt x="7442" y="3096"/>
                    </a:lnTo>
                    <a:cubicBezTo>
                      <a:pt x="7632" y="2989"/>
                      <a:pt x="7823" y="2894"/>
                      <a:pt x="8025" y="2799"/>
                    </a:cubicBezTo>
                    <a:lnTo>
                      <a:pt x="8073" y="2763"/>
                    </a:lnTo>
                    <a:cubicBezTo>
                      <a:pt x="8251" y="2691"/>
                      <a:pt x="8418" y="2608"/>
                      <a:pt x="8596" y="2537"/>
                    </a:cubicBezTo>
                    <a:lnTo>
                      <a:pt x="8680" y="2501"/>
                    </a:lnTo>
                    <a:cubicBezTo>
                      <a:pt x="8846" y="2429"/>
                      <a:pt x="9025" y="2358"/>
                      <a:pt x="9204" y="2298"/>
                    </a:cubicBezTo>
                    <a:lnTo>
                      <a:pt x="9287" y="2263"/>
                    </a:lnTo>
                    <a:cubicBezTo>
                      <a:pt x="9454" y="2203"/>
                      <a:pt x="9620" y="2144"/>
                      <a:pt x="9787" y="2096"/>
                    </a:cubicBezTo>
                    <a:lnTo>
                      <a:pt x="9870" y="2060"/>
                    </a:lnTo>
                    <a:cubicBezTo>
                      <a:pt x="10037" y="2013"/>
                      <a:pt x="10216" y="1953"/>
                      <a:pt x="10382" y="1906"/>
                    </a:cubicBezTo>
                    <a:lnTo>
                      <a:pt x="10406" y="1906"/>
                    </a:lnTo>
                    <a:cubicBezTo>
                      <a:pt x="10573" y="1858"/>
                      <a:pt x="10740" y="1822"/>
                      <a:pt x="10906" y="1786"/>
                    </a:cubicBezTo>
                    <a:lnTo>
                      <a:pt x="10990" y="1763"/>
                    </a:lnTo>
                    <a:cubicBezTo>
                      <a:pt x="11156" y="1715"/>
                      <a:pt x="11323" y="1679"/>
                      <a:pt x="11490" y="1656"/>
                    </a:cubicBezTo>
                    <a:lnTo>
                      <a:pt x="11585" y="1632"/>
                    </a:lnTo>
                    <a:cubicBezTo>
                      <a:pt x="11752" y="1596"/>
                      <a:pt x="11930" y="1572"/>
                      <a:pt x="12097" y="1536"/>
                    </a:cubicBezTo>
                    <a:lnTo>
                      <a:pt x="12121" y="1536"/>
                    </a:lnTo>
                    <a:cubicBezTo>
                      <a:pt x="12287" y="1513"/>
                      <a:pt x="12454" y="1489"/>
                      <a:pt x="12621" y="1477"/>
                    </a:cubicBezTo>
                    <a:lnTo>
                      <a:pt x="12716" y="1465"/>
                    </a:lnTo>
                    <a:cubicBezTo>
                      <a:pt x="12895" y="1441"/>
                      <a:pt x="13061" y="1429"/>
                      <a:pt x="13240" y="1417"/>
                    </a:cubicBezTo>
                    <a:lnTo>
                      <a:pt x="13335" y="1417"/>
                    </a:lnTo>
                    <a:cubicBezTo>
                      <a:pt x="13514" y="1394"/>
                      <a:pt x="13692" y="1394"/>
                      <a:pt x="13871" y="1382"/>
                    </a:cubicBezTo>
                    <a:cubicBezTo>
                      <a:pt x="13990" y="1382"/>
                      <a:pt x="14109" y="1370"/>
                      <a:pt x="14228" y="1370"/>
                    </a:cubicBezTo>
                    <a:lnTo>
                      <a:pt x="14931" y="1370"/>
                    </a:lnTo>
                    <a:lnTo>
                      <a:pt x="15169" y="1358"/>
                    </a:lnTo>
                    <a:cubicBezTo>
                      <a:pt x="15395" y="1370"/>
                      <a:pt x="15609" y="1382"/>
                      <a:pt x="15835" y="1405"/>
                    </a:cubicBezTo>
                    <a:lnTo>
                      <a:pt x="15883" y="1405"/>
                    </a:lnTo>
                    <a:cubicBezTo>
                      <a:pt x="16097" y="1429"/>
                      <a:pt x="16312" y="1453"/>
                      <a:pt x="16526" y="1477"/>
                    </a:cubicBezTo>
                    <a:lnTo>
                      <a:pt x="16597" y="1489"/>
                    </a:lnTo>
                    <a:cubicBezTo>
                      <a:pt x="16717" y="1513"/>
                      <a:pt x="16824" y="1525"/>
                      <a:pt x="16943" y="1548"/>
                    </a:cubicBezTo>
                    <a:lnTo>
                      <a:pt x="16978" y="1548"/>
                    </a:lnTo>
                    <a:cubicBezTo>
                      <a:pt x="17109" y="1572"/>
                      <a:pt x="17240" y="1596"/>
                      <a:pt x="17371" y="1620"/>
                    </a:cubicBezTo>
                    <a:lnTo>
                      <a:pt x="17490" y="1644"/>
                    </a:lnTo>
                    <a:lnTo>
                      <a:pt x="17752" y="1691"/>
                    </a:lnTo>
                    <a:lnTo>
                      <a:pt x="17895" y="1727"/>
                    </a:lnTo>
                    <a:lnTo>
                      <a:pt x="18133" y="1786"/>
                    </a:lnTo>
                    <a:lnTo>
                      <a:pt x="18252" y="1822"/>
                    </a:lnTo>
                    <a:cubicBezTo>
                      <a:pt x="18431" y="1870"/>
                      <a:pt x="18610" y="1917"/>
                      <a:pt x="18788" y="1965"/>
                    </a:cubicBezTo>
                    <a:lnTo>
                      <a:pt x="18860" y="1989"/>
                    </a:lnTo>
                    <a:cubicBezTo>
                      <a:pt x="19050" y="2048"/>
                      <a:pt x="19229" y="2108"/>
                      <a:pt x="19407" y="2167"/>
                    </a:cubicBezTo>
                    <a:lnTo>
                      <a:pt x="19419" y="2167"/>
                    </a:lnTo>
                    <a:cubicBezTo>
                      <a:pt x="19598" y="2227"/>
                      <a:pt x="19776" y="2298"/>
                      <a:pt x="19955" y="2370"/>
                    </a:cubicBezTo>
                    <a:lnTo>
                      <a:pt x="20015" y="2394"/>
                    </a:lnTo>
                    <a:cubicBezTo>
                      <a:pt x="20181" y="2453"/>
                      <a:pt x="20348" y="2525"/>
                      <a:pt x="20515" y="2608"/>
                    </a:cubicBezTo>
                    <a:lnTo>
                      <a:pt x="20610" y="2644"/>
                    </a:lnTo>
                    <a:cubicBezTo>
                      <a:pt x="20765" y="2715"/>
                      <a:pt x="20908" y="2775"/>
                      <a:pt x="21062" y="2846"/>
                    </a:cubicBezTo>
                    <a:lnTo>
                      <a:pt x="21134" y="2894"/>
                    </a:lnTo>
                    <a:cubicBezTo>
                      <a:pt x="21265" y="2953"/>
                      <a:pt x="21396" y="3025"/>
                      <a:pt x="21539" y="3096"/>
                    </a:cubicBezTo>
                    <a:lnTo>
                      <a:pt x="21598" y="3132"/>
                    </a:lnTo>
                    <a:cubicBezTo>
                      <a:pt x="21741" y="3203"/>
                      <a:pt x="21884" y="3287"/>
                      <a:pt x="22027" y="3370"/>
                    </a:cubicBezTo>
                    <a:lnTo>
                      <a:pt x="22110" y="3430"/>
                    </a:lnTo>
                    <a:cubicBezTo>
                      <a:pt x="22253" y="3513"/>
                      <a:pt x="22396" y="3596"/>
                      <a:pt x="22527" y="3680"/>
                    </a:cubicBezTo>
                    <a:lnTo>
                      <a:pt x="22562" y="3703"/>
                    </a:lnTo>
                    <a:cubicBezTo>
                      <a:pt x="22693" y="3787"/>
                      <a:pt x="22824" y="3882"/>
                      <a:pt x="22955" y="3965"/>
                    </a:cubicBezTo>
                    <a:lnTo>
                      <a:pt x="23027" y="4025"/>
                    </a:lnTo>
                    <a:cubicBezTo>
                      <a:pt x="23158" y="4108"/>
                      <a:pt x="23289" y="4203"/>
                      <a:pt x="23420" y="4299"/>
                    </a:cubicBezTo>
                    <a:lnTo>
                      <a:pt x="23491" y="4358"/>
                    </a:lnTo>
                    <a:cubicBezTo>
                      <a:pt x="23622" y="4453"/>
                      <a:pt x="23741" y="4549"/>
                      <a:pt x="23860" y="4644"/>
                    </a:cubicBezTo>
                    <a:lnTo>
                      <a:pt x="23884" y="4668"/>
                    </a:lnTo>
                    <a:cubicBezTo>
                      <a:pt x="24015" y="4775"/>
                      <a:pt x="24134" y="4882"/>
                      <a:pt x="24253" y="4989"/>
                    </a:cubicBezTo>
                    <a:lnTo>
                      <a:pt x="24337" y="5049"/>
                    </a:lnTo>
                    <a:cubicBezTo>
                      <a:pt x="24467" y="5168"/>
                      <a:pt x="24598" y="5299"/>
                      <a:pt x="24729" y="5418"/>
                    </a:cubicBezTo>
                    <a:lnTo>
                      <a:pt x="24789" y="5489"/>
                    </a:lnTo>
                    <a:cubicBezTo>
                      <a:pt x="24920" y="5608"/>
                      <a:pt x="25051" y="5739"/>
                      <a:pt x="25170" y="5870"/>
                    </a:cubicBezTo>
                    <a:lnTo>
                      <a:pt x="25229" y="5930"/>
                    </a:lnTo>
                    <a:cubicBezTo>
                      <a:pt x="25349" y="6061"/>
                      <a:pt x="25480" y="6204"/>
                      <a:pt x="25599" y="6347"/>
                    </a:cubicBezTo>
                    <a:cubicBezTo>
                      <a:pt x="25610" y="6347"/>
                      <a:pt x="25622" y="6358"/>
                      <a:pt x="25622" y="6370"/>
                    </a:cubicBezTo>
                    <a:cubicBezTo>
                      <a:pt x="25753" y="6513"/>
                      <a:pt x="25872" y="6656"/>
                      <a:pt x="25991" y="6811"/>
                    </a:cubicBezTo>
                    <a:lnTo>
                      <a:pt x="26015" y="6835"/>
                    </a:lnTo>
                    <a:cubicBezTo>
                      <a:pt x="26087" y="6942"/>
                      <a:pt x="26158" y="7037"/>
                      <a:pt x="26242" y="7132"/>
                    </a:cubicBezTo>
                    <a:cubicBezTo>
                      <a:pt x="26265" y="7168"/>
                      <a:pt x="26277" y="7192"/>
                      <a:pt x="26301" y="7216"/>
                    </a:cubicBezTo>
                    <a:cubicBezTo>
                      <a:pt x="26349" y="7287"/>
                      <a:pt x="26408" y="7371"/>
                      <a:pt x="26456" y="7442"/>
                    </a:cubicBezTo>
                    <a:lnTo>
                      <a:pt x="26539" y="7549"/>
                    </a:lnTo>
                    <a:lnTo>
                      <a:pt x="26670" y="7752"/>
                    </a:lnTo>
                    <a:lnTo>
                      <a:pt x="26753" y="7871"/>
                    </a:lnTo>
                    <a:cubicBezTo>
                      <a:pt x="26789" y="7942"/>
                      <a:pt x="26837" y="8013"/>
                      <a:pt x="26884" y="8085"/>
                    </a:cubicBezTo>
                    <a:lnTo>
                      <a:pt x="26944" y="8180"/>
                    </a:lnTo>
                    <a:cubicBezTo>
                      <a:pt x="27051" y="8347"/>
                      <a:pt x="27146" y="8525"/>
                      <a:pt x="27242" y="8704"/>
                    </a:cubicBezTo>
                    <a:cubicBezTo>
                      <a:pt x="27254" y="8716"/>
                      <a:pt x="27265" y="8740"/>
                      <a:pt x="27277" y="8764"/>
                    </a:cubicBezTo>
                    <a:cubicBezTo>
                      <a:pt x="27373" y="8942"/>
                      <a:pt x="27468" y="9121"/>
                      <a:pt x="27551" y="9299"/>
                    </a:cubicBezTo>
                    <a:lnTo>
                      <a:pt x="27587" y="9371"/>
                    </a:lnTo>
                    <a:cubicBezTo>
                      <a:pt x="27658" y="9526"/>
                      <a:pt x="27730" y="9680"/>
                      <a:pt x="27801" y="9847"/>
                    </a:cubicBezTo>
                    <a:lnTo>
                      <a:pt x="27837" y="9930"/>
                    </a:lnTo>
                    <a:cubicBezTo>
                      <a:pt x="27908" y="10097"/>
                      <a:pt x="27980" y="10264"/>
                      <a:pt x="28039" y="10419"/>
                    </a:cubicBezTo>
                    <a:lnTo>
                      <a:pt x="28075" y="10502"/>
                    </a:lnTo>
                    <a:cubicBezTo>
                      <a:pt x="28135" y="10669"/>
                      <a:pt x="28194" y="10835"/>
                      <a:pt x="28242" y="10990"/>
                    </a:cubicBezTo>
                    <a:cubicBezTo>
                      <a:pt x="28289" y="11157"/>
                      <a:pt x="28349" y="11323"/>
                      <a:pt x="28397" y="11490"/>
                    </a:cubicBezTo>
                    <a:cubicBezTo>
                      <a:pt x="28397" y="11514"/>
                      <a:pt x="28408" y="11550"/>
                      <a:pt x="28420" y="11573"/>
                    </a:cubicBezTo>
                    <a:cubicBezTo>
                      <a:pt x="28456" y="11728"/>
                      <a:pt x="28504" y="11883"/>
                      <a:pt x="28539" y="12038"/>
                    </a:cubicBezTo>
                    <a:lnTo>
                      <a:pt x="28563" y="12133"/>
                    </a:lnTo>
                    <a:cubicBezTo>
                      <a:pt x="28599" y="12288"/>
                      <a:pt x="28623" y="12454"/>
                      <a:pt x="28658" y="12609"/>
                    </a:cubicBezTo>
                    <a:lnTo>
                      <a:pt x="28658" y="12633"/>
                    </a:lnTo>
                    <a:cubicBezTo>
                      <a:pt x="28694" y="12800"/>
                      <a:pt x="28718" y="12966"/>
                      <a:pt x="28742" y="13121"/>
                    </a:cubicBezTo>
                    <a:cubicBezTo>
                      <a:pt x="28742" y="13157"/>
                      <a:pt x="28754" y="13193"/>
                      <a:pt x="28754" y="13228"/>
                    </a:cubicBezTo>
                    <a:cubicBezTo>
                      <a:pt x="28778" y="13395"/>
                      <a:pt x="28801" y="13550"/>
                      <a:pt x="28813" y="13717"/>
                    </a:cubicBezTo>
                    <a:lnTo>
                      <a:pt x="28813" y="13800"/>
                    </a:lnTo>
                    <a:cubicBezTo>
                      <a:pt x="28837" y="13955"/>
                      <a:pt x="28849" y="14121"/>
                      <a:pt x="28849" y="14288"/>
                    </a:cubicBezTo>
                    <a:lnTo>
                      <a:pt x="28849" y="14348"/>
                    </a:lnTo>
                    <a:cubicBezTo>
                      <a:pt x="28861" y="14514"/>
                      <a:pt x="28873" y="14681"/>
                      <a:pt x="28873" y="14860"/>
                    </a:cubicBezTo>
                    <a:lnTo>
                      <a:pt x="28873" y="13562"/>
                    </a:lnTo>
                    <a:lnTo>
                      <a:pt x="28873" y="13502"/>
                    </a:lnTo>
                    <a:cubicBezTo>
                      <a:pt x="28873" y="13324"/>
                      <a:pt x="28873" y="13157"/>
                      <a:pt x="28849" y="12978"/>
                    </a:cubicBezTo>
                    <a:lnTo>
                      <a:pt x="28849" y="12931"/>
                    </a:lnTo>
                    <a:cubicBezTo>
                      <a:pt x="28837" y="12764"/>
                      <a:pt x="28837" y="12597"/>
                      <a:pt x="28813" y="12431"/>
                    </a:cubicBezTo>
                    <a:lnTo>
                      <a:pt x="28813" y="12383"/>
                    </a:lnTo>
                    <a:cubicBezTo>
                      <a:pt x="28813" y="12371"/>
                      <a:pt x="28813" y="12359"/>
                      <a:pt x="28813" y="12359"/>
                    </a:cubicBezTo>
                    <a:cubicBezTo>
                      <a:pt x="28801" y="12193"/>
                      <a:pt x="28778" y="12026"/>
                      <a:pt x="28754" y="11871"/>
                    </a:cubicBezTo>
                    <a:cubicBezTo>
                      <a:pt x="28754" y="11835"/>
                      <a:pt x="28742" y="11800"/>
                      <a:pt x="28742" y="11764"/>
                    </a:cubicBezTo>
                    <a:cubicBezTo>
                      <a:pt x="28718" y="11597"/>
                      <a:pt x="28682" y="11431"/>
                      <a:pt x="28658" y="11276"/>
                    </a:cubicBezTo>
                    <a:lnTo>
                      <a:pt x="28658" y="11252"/>
                    </a:lnTo>
                    <a:cubicBezTo>
                      <a:pt x="28623" y="11097"/>
                      <a:pt x="28599" y="10942"/>
                      <a:pt x="28563" y="10776"/>
                    </a:cubicBezTo>
                    <a:lnTo>
                      <a:pt x="28539" y="10692"/>
                    </a:lnTo>
                    <a:cubicBezTo>
                      <a:pt x="28504" y="10526"/>
                      <a:pt x="28456" y="10371"/>
                      <a:pt x="28420" y="10216"/>
                    </a:cubicBezTo>
                    <a:cubicBezTo>
                      <a:pt x="28420" y="10204"/>
                      <a:pt x="28420" y="10192"/>
                      <a:pt x="28408" y="10180"/>
                    </a:cubicBezTo>
                    <a:cubicBezTo>
                      <a:pt x="28397" y="10168"/>
                      <a:pt x="28397" y="10145"/>
                      <a:pt x="28397" y="10133"/>
                    </a:cubicBezTo>
                    <a:cubicBezTo>
                      <a:pt x="28349" y="9966"/>
                      <a:pt x="28289" y="9799"/>
                      <a:pt x="28242" y="9633"/>
                    </a:cubicBezTo>
                    <a:cubicBezTo>
                      <a:pt x="28194" y="9478"/>
                      <a:pt x="28135" y="9311"/>
                      <a:pt x="28075" y="9156"/>
                    </a:cubicBezTo>
                    <a:lnTo>
                      <a:pt x="28051" y="9097"/>
                    </a:lnTo>
                    <a:lnTo>
                      <a:pt x="28039" y="9073"/>
                    </a:lnTo>
                    <a:cubicBezTo>
                      <a:pt x="27980" y="8906"/>
                      <a:pt x="27908" y="8740"/>
                      <a:pt x="27837" y="8573"/>
                    </a:cubicBezTo>
                    <a:lnTo>
                      <a:pt x="27801" y="8490"/>
                    </a:lnTo>
                    <a:cubicBezTo>
                      <a:pt x="27730" y="8323"/>
                      <a:pt x="27658" y="8168"/>
                      <a:pt x="27587" y="8013"/>
                    </a:cubicBezTo>
                    <a:lnTo>
                      <a:pt x="27575" y="7978"/>
                    </a:lnTo>
                    <a:cubicBezTo>
                      <a:pt x="27575" y="7966"/>
                      <a:pt x="27563" y="7954"/>
                      <a:pt x="27551" y="7942"/>
                    </a:cubicBezTo>
                    <a:cubicBezTo>
                      <a:pt x="27468" y="7763"/>
                      <a:pt x="27373" y="7585"/>
                      <a:pt x="27277" y="7406"/>
                    </a:cubicBezTo>
                    <a:cubicBezTo>
                      <a:pt x="27265" y="7382"/>
                      <a:pt x="27254" y="7371"/>
                      <a:pt x="27242" y="7347"/>
                    </a:cubicBezTo>
                    <a:cubicBezTo>
                      <a:pt x="27146" y="7168"/>
                      <a:pt x="27039" y="6990"/>
                      <a:pt x="26944" y="6823"/>
                    </a:cubicBezTo>
                    <a:lnTo>
                      <a:pt x="26932" y="6799"/>
                    </a:lnTo>
                    <a:cubicBezTo>
                      <a:pt x="26920" y="6775"/>
                      <a:pt x="26896" y="6751"/>
                      <a:pt x="26884" y="6728"/>
                    </a:cubicBezTo>
                    <a:cubicBezTo>
                      <a:pt x="26837" y="6656"/>
                      <a:pt x="26789" y="6585"/>
                      <a:pt x="26753" y="6513"/>
                    </a:cubicBezTo>
                    <a:lnTo>
                      <a:pt x="26670" y="6394"/>
                    </a:lnTo>
                    <a:lnTo>
                      <a:pt x="26539" y="6192"/>
                    </a:lnTo>
                    <a:lnTo>
                      <a:pt x="26456" y="6085"/>
                    </a:lnTo>
                    <a:cubicBezTo>
                      <a:pt x="26408" y="6013"/>
                      <a:pt x="26349" y="5942"/>
                      <a:pt x="26301" y="5858"/>
                    </a:cubicBezTo>
                    <a:cubicBezTo>
                      <a:pt x="26277" y="5835"/>
                      <a:pt x="26265" y="5811"/>
                      <a:pt x="26242" y="5787"/>
                    </a:cubicBezTo>
                    <a:cubicBezTo>
                      <a:pt x="26170" y="5680"/>
                      <a:pt x="26087" y="5585"/>
                      <a:pt x="26015" y="5489"/>
                    </a:cubicBezTo>
                    <a:lnTo>
                      <a:pt x="26015" y="5477"/>
                    </a:lnTo>
                    <a:lnTo>
                      <a:pt x="25991" y="5454"/>
                    </a:lnTo>
                    <a:cubicBezTo>
                      <a:pt x="25872" y="5299"/>
                      <a:pt x="25753" y="5156"/>
                      <a:pt x="25634" y="5001"/>
                    </a:cubicBezTo>
                    <a:cubicBezTo>
                      <a:pt x="25622" y="5001"/>
                      <a:pt x="25622" y="4989"/>
                      <a:pt x="25610" y="4977"/>
                    </a:cubicBezTo>
                    <a:cubicBezTo>
                      <a:pt x="25491" y="4834"/>
                      <a:pt x="25360" y="4704"/>
                      <a:pt x="25229" y="4561"/>
                    </a:cubicBezTo>
                    <a:cubicBezTo>
                      <a:pt x="25218" y="4549"/>
                      <a:pt x="25206" y="4525"/>
                      <a:pt x="25182" y="4513"/>
                    </a:cubicBezTo>
                    <a:cubicBezTo>
                      <a:pt x="25051" y="4382"/>
                      <a:pt x="24932" y="4251"/>
                      <a:pt x="24801" y="4120"/>
                    </a:cubicBezTo>
                    <a:lnTo>
                      <a:pt x="24729" y="4061"/>
                    </a:lnTo>
                    <a:cubicBezTo>
                      <a:pt x="24598" y="3930"/>
                      <a:pt x="24467" y="3811"/>
                      <a:pt x="24337" y="3691"/>
                    </a:cubicBezTo>
                    <a:lnTo>
                      <a:pt x="24301" y="3656"/>
                    </a:lnTo>
                    <a:lnTo>
                      <a:pt x="24265" y="3620"/>
                    </a:lnTo>
                    <a:cubicBezTo>
                      <a:pt x="24146" y="3513"/>
                      <a:pt x="24015" y="3418"/>
                      <a:pt x="23896" y="3310"/>
                    </a:cubicBezTo>
                    <a:lnTo>
                      <a:pt x="23860" y="3287"/>
                    </a:lnTo>
                    <a:cubicBezTo>
                      <a:pt x="23741" y="3191"/>
                      <a:pt x="23622" y="3096"/>
                      <a:pt x="23503" y="3001"/>
                    </a:cubicBezTo>
                    <a:lnTo>
                      <a:pt x="23420" y="2941"/>
                    </a:lnTo>
                    <a:cubicBezTo>
                      <a:pt x="23301" y="2846"/>
                      <a:pt x="23170" y="2751"/>
                      <a:pt x="23039" y="2656"/>
                    </a:cubicBezTo>
                    <a:lnTo>
                      <a:pt x="22955" y="2608"/>
                    </a:lnTo>
                    <a:cubicBezTo>
                      <a:pt x="22824" y="2513"/>
                      <a:pt x="22705" y="2429"/>
                      <a:pt x="22574" y="2346"/>
                    </a:cubicBezTo>
                    <a:lnTo>
                      <a:pt x="22539" y="2322"/>
                    </a:lnTo>
                    <a:cubicBezTo>
                      <a:pt x="22396" y="2227"/>
                      <a:pt x="22265" y="2144"/>
                      <a:pt x="22122" y="2060"/>
                    </a:cubicBezTo>
                    <a:lnTo>
                      <a:pt x="22027" y="2013"/>
                    </a:lnTo>
                    <a:cubicBezTo>
                      <a:pt x="21884" y="1929"/>
                      <a:pt x="21753" y="1846"/>
                      <a:pt x="21610" y="1763"/>
                    </a:cubicBezTo>
                    <a:lnTo>
                      <a:pt x="21539" y="1739"/>
                    </a:lnTo>
                    <a:cubicBezTo>
                      <a:pt x="21408" y="1667"/>
                      <a:pt x="21277" y="1596"/>
                      <a:pt x="21134" y="1525"/>
                    </a:cubicBezTo>
                    <a:lnTo>
                      <a:pt x="21062" y="1489"/>
                    </a:lnTo>
                    <a:cubicBezTo>
                      <a:pt x="20919" y="1417"/>
                      <a:pt x="20765" y="1346"/>
                      <a:pt x="20622" y="1275"/>
                    </a:cubicBezTo>
                    <a:lnTo>
                      <a:pt x="20574" y="1263"/>
                    </a:lnTo>
                    <a:lnTo>
                      <a:pt x="20527" y="1239"/>
                    </a:lnTo>
                    <a:cubicBezTo>
                      <a:pt x="20360" y="1167"/>
                      <a:pt x="20193" y="1096"/>
                      <a:pt x="20026" y="1024"/>
                    </a:cubicBezTo>
                    <a:lnTo>
                      <a:pt x="19955" y="1001"/>
                    </a:lnTo>
                    <a:cubicBezTo>
                      <a:pt x="19788" y="929"/>
                      <a:pt x="19610" y="870"/>
                      <a:pt x="19431" y="810"/>
                    </a:cubicBezTo>
                    <a:lnTo>
                      <a:pt x="19419" y="810"/>
                    </a:lnTo>
                    <a:cubicBezTo>
                      <a:pt x="19241" y="739"/>
                      <a:pt x="19050" y="679"/>
                      <a:pt x="18872" y="632"/>
                    </a:cubicBezTo>
                    <a:lnTo>
                      <a:pt x="18788" y="608"/>
                    </a:lnTo>
                    <a:cubicBezTo>
                      <a:pt x="18622" y="548"/>
                      <a:pt x="18443" y="501"/>
                      <a:pt x="18264" y="453"/>
                    </a:cubicBezTo>
                    <a:lnTo>
                      <a:pt x="18217" y="441"/>
                    </a:lnTo>
                    <a:lnTo>
                      <a:pt x="18145" y="429"/>
                    </a:lnTo>
                    <a:lnTo>
                      <a:pt x="17907" y="370"/>
                    </a:lnTo>
                    <a:lnTo>
                      <a:pt x="17752" y="334"/>
                    </a:lnTo>
                    <a:lnTo>
                      <a:pt x="17490" y="274"/>
                    </a:lnTo>
                    <a:lnTo>
                      <a:pt x="17371" y="251"/>
                    </a:lnTo>
                    <a:cubicBezTo>
                      <a:pt x="17252" y="227"/>
                      <a:pt x="17121" y="203"/>
                      <a:pt x="16990" y="179"/>
                    </a:cubicBezTo>
                    <a:lnTo>
                      <a:pt x="16955" y="179"/>
                    </a:lnTo>
                    <a:cubicBezTo>
                      <a:pt x="16836" y="155"/>
                      <a:pt x="16717" y="143"/>
                      <a:pt x="16597" y="132"/>
                    </a:cubicBezTo>
                    <a:lnTo>
                      <a:pt x="16526" y="132"/>
                    </a:lnTo>
                    <a:cubicBezTo>
                      <a:pt x="16312" y="96"/>
                      <a:pt x="16097" y="72"/>
                      <a:pt x="15883" y="48"/>
                    </a:cubicBezTo>
                    <a:lnTo>
                      <a:pt x="15847" y="48"/>
                    </a:lnTo>
                    <a:cubicBezTo>
                      <a:pt x="15621" y="36"/>
                      <a:pt x="15395" y="12"/>
                      <a:pt x="15169" y="1"/>
                    </a:cubicBezTo>
                    <a:close/>
                  </a:path>
                </a:pathLst>
              </a:custGeom>
              <a:solidFill>
                <a:srgbClr val="0086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defRPr/>
                </a:pPr>
                <a:endParaRPr kumimoji="0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34" name="Google Shape;1509;p44"/>
            <p:cNvSpPr txBox="1"/>
            <p:nvPr/>
          </p:nvSpPr>
          <p:spPr>
            <a:xfrm>
              <a:off x="3335080" y="1949651"/>
              <a:ext cx="7755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A3A3"/>
                  </a:solidFill>
                  <a:effectLst/>
                  <a:uLnTx/>
                  <a:uFillTx/>
                  <a:latin typeface="+mn-ea"/>
                  <a:ea typeface="+mn-ea"/>
                  <a:cs typeface="Fira Sans Extra Condensed Medium"/>
                  <a:sym typeface="Fira Sans Extra Condensed Medium"/>
                </a:rPr>
                <a:t>二</a:t>
              </a:r>
              <a:endPara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A3A3"/>
                </a:solidFill>
                <a:effectLst/>
                <a:uLnTx/>
                <a:uFillTx/>
                <a:latin typeface="+mn-ea"/>
                <a:ea typeface="+mn-ea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41" name="Google Shape;1510;p44"/>
          <p:cNvSpPr txBox="1"/>
          <p:nvPr/>
        </p:nvSpPr>
        <p:spPr>
          <a:xfrm>
            <a:off x="3720225" y="4164103"/>
            <a:ext cx="1247737" cy="3724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Fira Sans Extra Condensed Medium"/>
                <a:sym typeface="Fira Sans Extra Condensed Medium"/>
              </a:rPr>
              <a:t>进阶</a:t>
            </a:r>
            <a:r>
              <a:rPr lang="zh-CN" altLang="en-US" sz="2000" b="1" kern="0" dirty="0">
                <a:latin typeface="+mn-ea"/>
                <a:ea typeface="+mn-ea"/>
                <a:cs typeface="Fira Sans Extra Condensed Medium"/>
                <a:sym typeface="Fira Sans Extra Condensed Medium"/>
              </a:rPr>
              <a:t>任务</a:t>
            </a:r>
            <a:endParaRPr kumimoji="0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Fira Sans Extra Condensed Medium"/>
              <a:sym typeface="Fira Sans Extra Condensed Medium"/>
            </a:endParaRPr>
          </a:p>
        </p:txBody>
      </p:sp>
      <p:sp>
        <p:nvSpPr>
          <p:cNvPr id="42" name="Google Shape;1475;p44"/>
          <p:cNvSpPr txBox="1"/>
          <p:nvPr/>
        </p:nvSpPr>
        <p:spPr>
          <a:xfrm>
            <a:off x="6400869" y="4905313"/>
            <a:ext cx="5407106" cy="468599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Fira Sans"/>
                <a:sym typeface="Fira Sans"/>
              </a:rPr>
              <a:t>在端侧设备上实现</a:t>
            </a:r>
            <a:r>
              <a:rPr lang="zh-CN" altLang="en-US" sz="1800" b="1" kern="0" dirty="0">
                <a:solidFill>
                  <a:schemeClr val="tx1"/>
                </a:solidFill>
                <a:latin typeface="+mn-ea"/>
                <a:ea typeface="+mn-ea"/>
                <a:cs typeface="Fira Sans"/>
                <a:sym typeface="Fira Sans"/>
              </a:rPr>
              <a:t>两种大语言模型的部署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Fira Sans"/>
              <a:sym typeface="Fira Sans"/>
            </a:endParaRPr>
          </a:p>
        </p:txBody>
      </p:sp>
      <p:grpSp>
        <p:nvGrpSpPr>
          <p:cNvPr id="43" name="Google Shape;1513;p44"/>
          <p:cNvGrpSpPr/>
          <p:nvPr/>
        </p:nvGrpSpPr>
        <p:grpSpPr>
          <a:xfrm>
            <a:off x="937661" y="4111871"/>
            <a:ext cx="870474" cy="1234492"/>
            <a:chOff x="1645587" y="2591740"/>
            <a:chExt cx="776138" cy="1100705"/>
          </a:xfrm>
        </p:grpSpPr>
        <p:grpSp>
          <p:nvGrpSpPr>
            <p:cNvPr id="44" name="Google Shape;1514;p44"/>
            <p:cNvGrpSpPr/>
            <p:nvPr/>
          </p:nvGrpSpPr>
          <p:grpSpPr>
            <a:xfrm>
              <a:off x="1645687" y="2591740"/>
              <a:ext cx="776038" cy="1100705"/>
              <a:chOff x="1717711" y="2392613"/>
              <a:chExt cx="929165" cy="1317894"/>
            </a:xfrm>
          </p:grpSpPr>
          <p:sp>
            <p:nvSpPr>
              <p:cNvPr id="46" name="Google Shape;1515;p44"/>
              <p:cNvSpPr/>
              <p:nvPr/>
            </p:nvSpPr>
            <p:spPr>
              <a:xfrm>
                <a:off x="1880130" y="3369595"/>
                <a:ext cx="589086" cy="340912"/>
              </a:xfrm>
              <a:custGeom>
                <a:avLst/>
                <a:gdLst/>
                <a:ahLst/>
                <a:cxnLst/>
                <a:rect l="l" t="t" r="r" b="b"/>
                <a:pathLst>
                  <a:path w="18396" h="10646" extrusionOk="0">
                    <a:moveTo>
                      <a:pt x="9178" y="1"/>
                    </a:moveTo>
                    <a:cubicBezTo>
                      <a:pt x="4111" y="1"/>
                      <a:pt x="12" y="2366"/>
                      <a:pt x="0" y="5299"/>
                    </a:cubicBezTo>
                    <a:cubicBezTo>
                      <a:pt x="0" y="8240"/>
                      <a:pt x="4108" y="10633"/>
                      <a:pt x="9180" y="10645"/>
                    </a:cubicBezTo>
                    <a:cubicBezTo>
                      <a:pt x="9205" y="10645"/>
                      <a:pt x="9230" y="10645"/>
                      <a:pt x="9255" y="10645"/>
                    </a:cubicBezTo>
                    <a:cubicBezTo>
                      <a:pt x="14293" y="10645"/>
                      <a:pt x="18383" y="8273"/>
                      <a:pt x="18383" y="5347"/>
                    </a:cubicBezTo>
                    <a:cubicBezTo>
                      <a:pt x="18395" y="2406"/>
                      <a:pt x="14288" y="13"/>
                      <a:pt x="9216" y="1"/>
                    </a:cubicBezTo>
                    <a:cubicBezTo>
                      <a:pt x="9203" y="1"/>
                      <a:pt x="9190" y="1"/>
                      <a:pt x="9178" y="1"/>
                    </a:cubicBez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defRPr/>
                </a:pPr>
                <a:endParaRPr kumimoji="0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7" name="Google Shape;1516;p44"/>
              <p:cNvSpPr/>
              <p:nvPr/>
            </p:nvSpPr>
            <p:spPr>
              <a:xfrm>
                <a:off x="1973924" y="3361205"/>
                <a:ext cx="401882" cy="232227"/>
              </a:xfrm>
              <a:custGeom>
                <a:avLst/>
                <a:gdLst/>
                <a:ahLst/>
                <a:cxnLst/>
                <a:rect l="l" t="t" r="r" b="b"/>
                <a:pathLst>
                  <a:path w="12550" h="7252" extrusionOk="0">
                    <a:moveTo>
                      <a:pt x="6249" y="1"/>
                    </a:moveTo>
                    <a:cubicBezTo>
                      <a:pt x="2801" y="1"/>
                      <a:pt x="12" y="1615"/>
                      <a:pt x="12" y="3608"/>
                    </a:cubicBezTo>
                    <a:cubicBezTo>
                      <a:pt x="0" y="5609"/>
                      <a:pt x="2810" y="7240"/>
                      <a:pt x="6263" y="7252"/>
                    </a:cubicBezTo>
                    <a:cubicBezTo>
                      <a:pt x="6276" y="7252"/>
                      <a:pt x="6288" y="7252"/>
                      <a:pt x="6301" y="7252"/>
                    </a:cubicBezTo>
                    <a:cubicBezTo>
                      <a:pt x="9748" y="7252"/>
                      <a:pt x="12537" y="5637"/>
                      <a:pt x="12537" y="3644"/>
                    </a:cubicBezTo>
                    <a:cubicBezTo>
                      <a:pt x="12549" y="1644"/>
                      <a:pt x="9751" y="13"/>
                      <a:pt x="6287" y="1"/>
                    </a:cubicBezTo>
                    <a:cubicBezTo>
                      <a:pt x="6274" y="1"/>
                      <a:pt x="6261" y="1"/>
                      <a:pt x="6249" y="1"/>
                    </a:cubicBezTo>
                    <a:close/>
                  </a:path>
                </a:pathLst>
              </a:custGeom>
              <a:solidFill>
                <a:srgbClr val="1B4D7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defRPr/>
                </a:pPr>
                <a:endParaRPr kumimoji="0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8" name="Google Shape;1517;p44"/>
              <p:cNvSpPr/>
              <p:nvPr/>
            </p:nvSpPr>
            <p:spPr>
              <a:xfrm>
                <a:off x="1972002" y="3474821"/>
                <a:ext cx="406141" cy="159568"/>
              </a:xfrm>
              <a:custGeom>
                <a:avLst/>
                <a:gdLst/>
                <a:ahLst/>
                <a:cxnLst/>
                <a:rect l="l" t="t" r="r" b="b"/>
                <a:pathLst>
                  <a:path w="12683" h="4983" extrusionOk="0">
                    <a:moveTo>
                      <a:pt x="12597" y="37"/>
                    </a:moveTo>
                    <a:cubicBezTo>
                      <a:pt x="12595" y="95"/>
                      <a:pt x="12595" y="158"/>
                      <a:pt x="12595" y="223"/>
                    </a:cubicBezTo>
                    <a:lnTo>
                      <a:pt x="12595" y="223"/>
                    </a:lnTo>
                    <a:cubicBezTo>
                      <a:pt x="12596" y="216"/>
                      <a:pt x="12597" y="210"/>
                      <a:pt x="12597" y="203"/>
                    </a:cubicBezTo>
                    <a:cubicBezTo>
                      <a:pt x="12597" y="144"/>
                      <a:pt x="12609" y="96"/>
                      <a:pt x="12597" y="37"/>
                    </a:cubicBezTo>
                    <a:close/>
                    <a:moveTo>
                      <a:pt x="72" y="1"/>
                    </a:moveTo>
                    <a:lnTo>
                      <a:pt x="72" y="1"/>
                    </a:lnTo>
                    <a:cubicBezTo>
                      <a:pt x="1" y="1692"/>
                      <a:pt x="13" y="2811"/>
                      <a:pt x="1918" y="3918"/>
                    </a:cubicBezTo>
                    <a:cubicBezTo>
                      <a:pt x="3076" y="4600"/>
                      <a:pt x="4742" y="4983"/>
                      <a:pt x="6427" y="4983"/>
                    </a:cubicBezTo>
                    <a:cubicBezTo>
                      <a:pt x="8830" y="4983"/>
                      <a:pt x="11272" y="4205"/>
                      <a:pt x="12336" y="2406"/>
                    </a:cubicBezTo>
                    <a:cubicBezTo>
                      <a:pt x="12683" y="1863"/>
                      <a:pt x="12595" y="895"/>
                      <a:pt x="12595" y="223"/>
                    </a:cubicBezTo>
                    <a:lnTo>
                      <a:pt x="12595" y="223"/>
                    </a:lnTo>
                    <a:cubicBezTo>
                      <a:pt x="12223" y="2684"/>
                      <a:pt x="8948" y="3537"/>
                      <a:pt x="6811" y="3632"/>
                    </a:cubicBezTo>
                    <a:cubicBezTo>
                      <a:pt x="6640" y="3645"/>
                      <a:pt x="6459" y="3651"/>
                      <a:pt x="6272" y="3651"/>
                    </a:cubicBezTo>
                    <a:cubicBezTo>
                      <a:pt x="3828" y="3651"/>
                      <a:pt x="194" y="2555"/>
                      <a:pt x="7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defRPr/>
                </a:pPr>
                <a:endParaRPr kumimoji="0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9" name="Google Shape;1518;p44"/>
              <p:cNvSpPr/>
              <p:nvPr/>
            </p:nvSpPr>
            <p:spPr>
              <a:xfrm>
                <a:off x="1809968" y="2833371"/>
                <a:ext cx="748462" cy="400730"/>
              </a:xfrm>
              <a:custGeom>
                <a:avLst/>
                <a:gdLst/>
                <a:ahLst/>
                <a:cxnLst/>
                <a:rect l="l" t="t" r="r" b="b"/>
                <a:pathLst>
                  <a:path w="23373" h="12514" extrusionOk="0">
                    <a:moveTo>
                      <a:pt x="0" y="0"/>
                    </a:moveTo>
                    <a:lnTo>
                      <a:pt x="0" y="1381"/>
                    </a:lnTo>
                    <a:lnTo>
                      <a:pt x="0" y="1512"/>
                    </a:lnTo>
                    <a:cubicBezTo>
                      <a:pt x="0" y="1631"/>
                      <a:pt x="0" y="1750"/>
                      <a:pt x="12" y="1858"/>
                    </a:cubicBezTo>
                    <a:lnTo>
                      <a:pt x="12" y="1977"/>
                    </a:lnTo>
                    <a:cubicBezTo>
                      <a:pt x="12" y="2131"/>
                      <a:pt x="24" y="2298"/>
                      <a:pt x="48" y="2465"/>
                    </a:cubicBezTo>
                    <a:lnTo>
                      <a:pt x="48" y="2500"/>
                    </a:lnTo>
                    <a:cubicBezTo>
                      <a:pt x="48" y="2536"/>
                      <a:pt x="60" y="2584"/>
                      <a:pt x="60" y="2620"/>
                    </a:cubicBezTo>
                    <a:cubicBezTo>
                      <a:pt x="72" y="2750"/>
                      <a:pt x="96" y="2881"/>
                      <a:pt x="120" y="3012"/>
                    </a:cubicBezTo>
                    <a:cubicBezTo>
                      <a:pt x="120" y="3072"/>
                      <a:pt x="131" y="3131"/>
                      <a:pt x="143" y="3191"/>
                    </a:cubicBezTo>
                    <a:cubicBezTo>
                      <a:pt x="155" y="3239"/>
                      <a:pt x="167" y="3310"/>
                      <a:pt x="167" y="3370"/>
                    </a:cubicBezTo>
                    <a:cubicBezTo>
                      <a:pt x="179" y="3417"/>
                      <a:pt x="191" y="3465"/>
                      <a:pt x="203" y="3524"/>
                    </a:cubicBezTo>
                    <a:cubicBezTo>
                      <a:pt x="215" y="3572"/>
                      <a:pt x="227" y="3643"/>
                      <a:pt x="239" y="3703"/>
                    </a:cubicBezTo>
                    <a:cubicBezTo>
                      <a:pt x="274" y="3822"/>
                      <a:pt x="298" y="3941"/>
                      <a:pt x="334" y="4048"/>
                    </a:cubicBezTo>
                    <a:cubicBezTo>
                      <a:pt x="346" y="4096"/>
                      <a:pt x="358" y="4155"/>
                      <a:pt x="370" y="4203"/>
                    </a:cubicBezTo>
                    <a:cubicBezTo>
                      <a:pt x="370" y="4215"/>
                      <a:pt x="370" y="4227"/>
                      <a:pt x="381" y="4251"/>
                    </a:cubicBezTo>
                    <a:cubicBezTo>
                      <a:pt x="417" y="4394"/>
                      <a:pt x="465" y="4548"/>
                      <a:pt x="512" y="4691"/>
                    </a:cubicBezTo>
                    <a:lnTo>
                      <a:pt x="512" y="4703"/>
                    </a:lnTo>
                    <a:cubicBezTo>
                      <a:pt x="560" y="4858"/>
                      <a:pt x="608" y="4989"/>
                      <a:pt x="667" y="5132"/>
                    </a:cubicBezTo>
                    <a:lnTo>
                      <a:pt x="679" y="5167"/>
                    </a:lnTo>
                    <a:cubicBezTo>
                      <a:pt x="703" y="5239"/>
                      <a:pt x="727" y="5298"/>
                      <a:pt x="751" y="5358"/>
                    </a:cubicBezTo>
                    <a:cubicBezTo>
                      <a:pt x="798" y="5453"/>
                      <a:pt x="834" y="5560"/>
                      <a:pt x="882" y="5656"/>
                    </a:cubicBezTo>
                    <a:cubicBezTo>
                      <a:pt x="905" y="5715"/>
                      <a:pt x="941" y="5787"/>
                      <a:pt x="965" y="5846"/>
                    </a:cubicBezTo>
                    <a:cubicBezTo>
                      <a:pt x="1001" y="5906"/>
                      <a:pt x="1024" y="5965"/>
                      <a:pt x="1048" y="6025"/>
                    </a:cubicBezTo>
                    <a:lnTo>
                      <a:pt x="1096" y="6120"/>
                    </a:lnTo>
                    <a:cubicBezTo>
                      <a:pt x="1132" y="6203"/>
                      <a:pt x="1179" y="6275"/>
                      <a:pt x="1215" y="6358"/>
                    </a:cubicBezTo>
                    <a:cubicBezTo>
                      <a:pt x="1263" y="6441"/>
                      <a:pt x="1310" y="6525"/>
                      <a:pt x="1346" y="6596"/>
                    </a:cubicBezTo>
                    <a:cubicBezTo>
                      <a:pt x="1394" y="6680"/>
                      <a:pt x="1441" y="6763"/>
                      <a:pt x="1489" y="6834"/>
                    </a:cubicBezTo>
                    <a:cubicBezTo>
                      <a:pt x="1513" y="6882"/>
                      <a:pt x="1548" y="6941"/>
                      <a:pt x="1572" y="6989"/>
                    </a:cubicBezTo>
                    <a:cubicBezTo>
                      <a:pt x="1584" y="7013"/>
                      <a:pt x="1608" y="7037"/>
                      <a:pt x="1620" y="7061"/>
                    </a:cubicBezTo>
                    <a:cubicBezTo>
                      <a:pt x="1691" y="7180"/>
                      <a:pt x="1775" y="7299"/>
                      <a:pt x="1858" y="7418"/>
                    </a:cubicBezTo>
                    <a:cubicBezTo>
                      <a:pt x="1894" y="7465"/>
                      <a:pt x="1917" y="7513"/>
                      <a:pt x="1953" y="7561"/>
                    </a:cubicBezTo>
                    <a:cubicBezTo>
                      <a:pt x="2072" y="7727"/>
                      <a:pt x="2191" y="7894"/>
                      <a:pt x="2310" y="8049"/>
                    </a:cubicBezTo>
                    <a:lnTo>
                      <a:pt x="2310" y="8061"/>
                    </a:lnTo>
                    <a:cubicBezTo>
                      <a:pt x="2417" y="8192"/>
                      <a:pt x="2525" y="8323"/>
                      <a:pt x="2644" y="8454"/>
                    </a:cubicBezTo>
                    <a:cubicBezTo>
                      <a:pt x="2667" y="8489"/>
                      <a:pt x="2703" y="8513"/>
                      <a:pt x="2727" y="8549"/>
                    </a:cubicBezTo>
                    <a:cubicBezTo>
                      <a:pt x="2810" y="8644"/>
                      <a:pt x="2906" y="8739"/>
                      <a:pt x="3001" y="8846"/>
                    </a:cubicBezTo>
                    <a:cubicBezTo>
                      <a:pt x="3037" y="8894"/>
                      <a:pt x="3084" y="8942"/>
                      <a:pt x="3132" y="8977"/>
                    </a:cubicBezTo>
                    <a:cubicBezTo>
                      <a:pt x="3215" y="9061"/>
                      <a:pt x="3287" y="9144"/>
                      <a:pt x="3370" y="9216"/>
                    </a:cubicBezTo>
                    <a:lnTo>
                      <a:pt x="3525" y="9370"/>
                    </a:lnTo>
                    <a:cubicBezTo>
                      <a:pt x="3584" y="9418"/>
                      <a:pt x="3632" y="9478"/>
                      <a:pt x="3691" y="9525"/>
                    </a:cubicBezTo>
                    <a:cubicBezTo>
                      <a:pt x="3715" y="9549"/>
                      <a:pt x="3739" y="9561"/>
                      <a:pt x="3763" y="9585"/>
                    </a:cubicBezTo>
                    <a:cubicBezTo>
                      <a:pt x="3787" y="9597"/>
                      <a:pt x="3846" y="9656"/>
                      <a:pt x="3894" y="9692"/>
                    </a:cubicBezTo>
                    <a:cubicBezTo>
                      <a:pt x="3977" y="9763"/>
                      <a:pt x="4072" y="9847"/>
                      <a:pt x="4156" y="9906"/>
                    </a:cubicBezTo>
                    <a:lnTo>
                      <a:pt x="4299" y="10025"/>
                    </a:lnTo>
                    <a:cubicBezTo>
                      <a:pt x="4394" y="10097"/>
                      <a:pt x="4489" y="10168"/>
                      <a:pt x="4584" y="10240"/>
                    </a:cubicBezTo>
                    <a:cubicBezTo>
                      <a:pt x="4632" y="10263"/>
                      <a:pt x="4668" y="10299"/>
                      <a:pt x="4703" y="10323"/>
                    </a:cubicBezTo>
                    <a:cubicBezTo>
                      <a:pt x="4846" y="10418"/>
                      <a:pt x="4989" y="10513"/>
                      <a:pt x="5132" y="10609"/>
                    </a:cubicBezTo>
                    <a:lnTo>
                      <a:pt x="5180" y="10644"/>
                    </a:lnTo>
                    <a:cubicBezTo>
                      <a:pt x="5311" y="10728"/>
                      <a:pt x="5430" y="10799"/>
                      <a:pt x="5561" y="10871"/>
                    </a:cubicBezTo>
                    <a:lnTo>
                      <a:pt x="5715" y="10954"/>
                    </a:lnTo>
                    <a:lnTo>
                      <a:pt x="6013" y="11132"/>
                    </a:lnTo>
                    <a:lnTo>
                      <a:pt x="6180" y="11216"/>
                    </a:lnTo>
                    <a:cubicBezTo>
                      <a:pt x="6287" y="11263"/>
                      <a:pt x="6394" y="11311"/>
                      <a:pt x="6501" y="11371"/>
                    </a:cubicBezTo>
                    <a:lnTo>
                      <a:pt x="6644" y="11442"/>
                    </a:lnTo>
                    <a:lnTo>
                      <a:pt x="6704" y="11466"/>
                    </a:lnTo>
                    <a:cubicBezTo>
                      <a:pt x="6799" y="11502"/>
                      <a:pt x="6894" y="11549"/>
                      <a:pt x="6989" y="11585"/>
                    </a:cubicBezTo>
                    <a:lnTo>
                      <a:pt x="7144" y="11644"/>
                    </a:lnTo>
                    <a:cubicBezTo>
                      <a:pt x="7311" y="11716"/>
                      <a:pt x="7478" y="11775"/>
                      <a:pt x="7644" y="11835"/>
                    </a:cubicBezTo>
                    <a:lnTo>
                      <a:pt x="7692" y="11859"/>
                    </a:lnTo>
                    <a:cubicBezTo>
                      <a:pt x="7847" y="11906"/>
                      <a:pt x="8001" y="11954"/>
                      <a:pt x="8156" y="12002"/>
                    </a:cubicBezTo>
                    <a:lnTo>
                      <a:pt x="8335" y="12049"/>
                    </a:lnTo>
                    <a:cubicBezTo>
                      <a:pt x="8430" y="12085"/>
                      <a:pt x="8525" y="12109"/>
                      <a:pt x="8609" y="12133"/>
                    </a:cubicBezTo>
                    <a:lnTo>
                      <a:pt x="8704" y="12156"/>
                    </a:lnTo>
                    <a:lnTo>
                      <a:pt x="8799" y="12180"/>
                    </a:lnTo>
                    <a:cubicBezTo>
                      <a:pt x="8966" y="12216"/>
                      <a:pt x="9133" y="12252"/>
                      <a:pt x="9299" y="12287"/>
                    </a:cubicBezTo>
                    <a:lnTo>
                      <a:pt x="9347" y="12299"/>
                    </a:lnTo>
                    <a:cubicBezTo>
                      <a:pt x="9514" y="12323"/>
                      <a:pt x="9680" y="12359"/>
                      <a:pt x="9847" y="12383"/>
                    </a:cubicBezTo>
                    <a:lnTo>
                      <a:pt x="9942" y="12383"/>
                    </a:lnTo>
                    <a:cubicBezTo>
                      <a:pt x="10049" y="12406"/>
                      <a:pt x="10168" y="12418"/>
                      <a:pt x="10287" y="12430"/>
                    </a:cubicBezTo>
                    <a:cubicBezTo>
                      <a:pt x="10347" y="12430"/>
                      <a:pt x="10418" y="12442"/>
                      <a:pt x="10490" y="12454"/>
                    </a:cubicBezTo>
                    <a:cubicBezTo>
                      <a:pt x="10645" y="12466"/>
                      <a:pt x="10811" y="12478"/>
                      <a:pt x="10966" y="12490"/>
                    </a:cubicBezTo>
                    <a:lnTo>
                      <a:pt x="11073" y="12490"/>
                    </a:lnTo>
                    <a:cubicBezTo>
                      <a:pt x="11264" y="12502"/>
                      <a:pt x="11466" y="12514"/>
                      <a:pt x="11669" y="12514"/>
                    </a:cubicBezTo>
                    <a:cubicBezTo>
                      <a:pt x="11811" y="12514"/>
                      <a:pt x="11966" y="12514"/>
                      <a:pt x="12121" y="12502"/>
                    </a:cubicBezTo>
                    <a:lnTo>
                      <a:pt x="12204" y="12502"/>
                    </a:lnTo>
                    <a:lnTo>
                      <a:pt x="12395" y="12490"/>
                    </a:lnTo>
                    <a:cubicBezTo>
                      <a:pt x="12514" y="12490"/>
                      <a:pt x="12645" y="12478"/>
                      <a:pt x="12764" y="12466"/>
                    </a:cubicBezTo>
                    <a:lnTo>
                      <a:pt x="12966" y="12442"/>
                    </a:lnTo>
                    <a:cubicBezTo>
                      <a:pt x="13014" y="12442"/>
                      <a:pt x="13062" y="12430"/>
                      <a:pt x="13097" y="12430"/>
                    </a:cubicBezTo>
                    <a:lnTo>
                      <a:pt x="13324" y="12395"/>
                    </a:lnTo>
                    <a:lnTo>
                      <a:pt x="13502" y="12371"/>
                    </a:lnTo>
                    <a:cubicBezTo>
                      <a:pt x="13657" y="12347"/>
                      <a:pt x="13812" y="12323"/>
                      <a:pt x="13967" y="12299"/>
                    </a:cubicBezTo>
                    <a:lnTo>
                      <a:pt x="14038" y="12287"/>
                    </a:lnTo>
                    <a:cubicBezTo>
                      <a:pt x="14217" y="12252"/>
                      <a:pt x="14383" y="12216"/>
                      <a:pt x="14550" y="12168"/>
                    </a:cubicBezTo>
                    <a:cubicBezTo>
                      <a:pt x="14609" y="12156"/>
                      <a:pt x="14657" y="12145"/>
                      <a:pt x="14705" y="12133"/>
                    </a:cubicBezTo>
                    <a:cubicBezTo>
                      <a:pt x="14788" y="12109"/>
                      <a:pt x="14883" y="12085"/>
                      <a:pt x="14967" y="12061"/>
                    </a:cubicBezTo>
                    <a:lnTo>
                      <a:pt x="15062" y="12037"/>
                    </a:lnTo>
                    <a:lnTo>
                      <a:pt x="15264" y="11978"/>
                    </a:lnTo>
                    <a:cubicBezTo>
                      <a:pt x="15371" y="11942"/>
                      <a:pt x="15479" y="11906"/>
                      <a:pt x="15574" y="11871"/>
                    </a:cubicBezTo>
                    <a:lnTo>
                      <a:pt x="15776" y="11811"/>
                    </a:lnTo>
                    <a:lnTo>
                      <a:pt x="15895" y="11764"/>
                    </a:lnTo>
                    <a:cubicBezTo>
                      <a:pt x="15955" y="11740"/>
                      <a:pt x="16014" y="11716"/>
                      <a:pt x="16074" y="11692"/>
                    </a:cubicBezTo>
                    <a:cubicBezTo>
                      <a:pt x="16133" y="11668"/>
                      <a:pt x="16217" y="11633"/>
                      <a:pt x="16288" y="11609"/>
                    </a:cubicBezTo>
                    <a:cubicBezTo>
                      <a:pt x="16395" y="11573"/>
                      <a:pt x="16491" y="11525"/>
                      <a:pt x="16586" y="11478"/>
                    </a:cubicBezTo>
                    <a:cubicBezTo>
                      <a:pt x="16657" y="11454"/>
                      <a:pt x="16717" y="11418"/>
                      <a:pt x="16788" y="11394"/>
                    </a:cubicBezTo>
                    <a:lnTo>
                      <a:pt x="16860" y="11359"/>
                    </a:lnTo>
                    <a:lnTo>
                      <a:pt x="17026" y="11275"/>
                    </a:lnTo>
                    <a:lnTo>
                      <a:pt x="17312" y="11132"/>
                    </a:lnTo>
                    <a:lnTo>
                      <a:pt x="17538" y="11002"/>
                    </a:lnTo>
                    <a:cubicBezTo>
                      <a:pt x="17634" y="10954"/>
                      <a:pt x="17717" y="10906"/>
                      <a:pt x="17812" y="10859"/>
                    </a:cubicBezTo>
                    <a:lnTo>
                      <a:pt x="17884" y="10811"/>
                    </a:lnTo>
                    <a:cubicBezTo>
                      <a:pt x="17991" y="10751"/>
                      <a:pt x="18098" y="10680"/>
                      <a:pt x="18205" y="10621"/>
                    </a:cubicBezTo>
                    <a:lnTo>
                      <a:pt x="18217" y="10621"/>
                    </a:lnTo>
                    <a:cubicBezTo>
                      <a:pt x="18348" y="10537"/>
                      <a:pt x="18479" y="10442"/>
                      <a:pt x="18610" y="10347"/>
                    </a:cubicBezTo>
                    <a:lnTo>
                      <a:pt x="18705" y="10275"/>
                    </a:lnTo>
                    <a:cubicBezTo>
                      <a:pt x="18836" y="10192"/>
                      <a:pt x="18967" y="10097"/>
                      <a:pt x="19098" y="9989"/>
                    </a:cubicBezTo>
                    <a:lnTo>
                      <a:pt x="19110" y="9978"/>
                    </a:lnTo>
                    <a:cubicBezTo>
                      <a:pt x="19241" y="9882"/>
                      <a:pt x="19360" y="9775"/>
                      <a:pt x="19491" y="9668"/>
                    </a:cubicBezTo>
                    <a:lnTo>
                      <a:pt x="19539" y="9632"/>
                    </a:lnTo>
                    <a:cubicBezTo>
                      <a:pt x="19658" y="9525"/>
                      <a:pt x="19777" y="9418"/>
                      <a:pt x="19896" y="9299"/>
                    </a:cubicBezTo>
                    <a:lnTo>
                      <a:pt x="19955" y="9251"/>
                    </a:lnTo>
                    <a:cubicBezTo>
                      <a:pt x="20063" y="9132"/>
                      <a:pt x="20182" y="9025"/>
                      <a:pt x="20289" y="8906"/>
                    </a:cubicBezTo>
                    <a:lnTo>
                      <a:pt x="20348" y="8846"/>
                    </a:lnTo>
                    <a:cubicBezTo>
                      <a:pt x="20455" y="8739"/>
                      <a:pt x="20563" y="8620"/>
                      <a:pt x="20670" y="8489"/>
                    </a:cubicBezTo>
                    <a:cubicBezTo>
                      <a:pt x="20705" y="8477"/>
                      <a:pt x="20717" y="8454"/>
                      <a:pt x="20729" y="8442"/>
                    </a:cubicBezTo>
                    <a:cubicBezTo>
                      <a:pt x="20836" y="8323"/>
                      <a:pt x="20932" y="8204"/>
                      <a:pt x="21039" y="8073"/>
                    </a:cubicBezTo>
                    <a:cubicBezTo>
                      <a:pt x="21039" y="8061"/>
                      <a:pt x="21051" y="8061"/>
                      <a:pt x="21051" y="8049"/>
                    </a:cubicBezTo>
                    <a:cubicBezTo>
                      <a:pt x="21158" y="7918"/>
                      <a:pt x="21253" y="7787"/>
                      <a:pt x="21348" y="7656"/>
                    </a:cubicBezTo>
                    <a:lnTo>
                      <a:pt x="21396" y="7596"/>
                    </a:lnTo>
                    <a:cubicBezTo>
                      <a:pt x="21491" y="7465"/>
                      <a:pt x="21575" y="7334"/>
                      <a:pt x="21658" y="7203"/>
                    </a:cubicBezTo>
                    <a:lnTo>
                      <a:pt x="21706" y="7132"/>
                    </a:lnTo>
                    <a:cubicBezTo>
                      <a:pt x="21789" y="6989"/>
                      <a:pt x="21872" y="6858"/>
                      <a:pt x="21956" y="6727"/>
                    </a:cubicBezTo>
                    <a:cubicBezTo>
                      <a:pt x="21968" y="6703"/>
                      <a:pt x="21979" y="6680"/>
                      <a:pt x="21991" y="6656"/>
                    </a:cubicBezTo>
                    <a:cubicBezTo>
                      <a:pt x="22063" y="6513"/>
                      <a:pt x="22146" y="6370"/>
                      <a:pt x="22218" y="6227"/>
                    </a:cubicBezTo>
                    <a:lnTo>
                      <a:pt x="22218" y="6215"/>
                    </a:lnTo>
                    <a:cubicBezTo>
                      <a:pt x="22301" y="6060"/>
                      <a:pt x="22372" y="5918"/>
                      <a:pt x="22432" y="5763"/>
                    </a:cubicBezTo>
                    <a:lnTo>
                      <a:pt x="22456" y="5715"/>
                    </a:lnTo>
                    <a:cubicBezTo>
                      <a:pt x="22527" y="5560"/>
                      <a:pt x="22587" y="5417"/>
                      <a:pt x="22646" y="5263"/>
                    </a:cubicBezTo>
                    <a:lnTo>
                      <a:pt x="22682" y="5179"/>
                    </a:lnTo>
                    <a:cubicBezTo>
                      <a:pt x="22730" y="5036"/>
                      <a:pt x="22789" y="4882"/>
                      <a:pt x="22837" y="4739"/>
                    </a:cubicBezTo>
                    <a:cubicBezTo>
                      <a:pt x="22849" y="4715"/>
                      <a:pt x="22849" y="4679"/>
                      <a:pt x="22860" y="4655"/>
                    </a:cubicBezTo>
                    <a:cubicBezTo>
                      <a:pt x="22908" y="4513"/>
                      <a:pt x="22956" y="4346"/>
                      <a:pt x="23003" y="4191"/>
                    </a:cubicBezTo>
                    <a:cubicBezTo>
                      <a:pt x="23003" y="4179"/>
                      <a:pt x="23003" y="4155"/>
                      <a:pt x="23015" y="4144"/>
                    </a:cubicBezTo>
                    <a:cubicBezTo>
                      <a:pt x="23051" y="3989"/>
                      <a:pt x="23099" y="3822"/>
                      <a:pt x="23122" y="3667"/>
                    </a:cubicBezTo>
                    <a:cubicBezTo>
                      <a:pt x="23134" y="3655"/>
                      <a:pt x="23134" y="3643"/>
                      <a:pt x="23134" y="3632"/>
                    </a:cubicBezTo>
                    <a:cubicBezTo>
                      <a:pt x="23170" y="3465"/>
                      <a:pt x="23206" y="3298"/>
                      <a:pt x="23230" y="3143"/>
                    </a:cubicBezTo>
                    <a:lnTo>
                      <a:pt x="23241" y="3060"/>
                    </a:lnTo>
                    <a:cubicBezTo>
                      <a:pt x="23265" y="2893"/>
                      <a:pt x="23289" y="2739"/>
                      <a:pt x="23301" y="2572"/>
                    </a:cubicBezTo>
                    <a:cubicBezTo>
                      <a:pt x="23301" y="2548"/>
                      <a:pt x="23301" y="2512"/>
                      <a:pt x="23313" y="2489"/>
                    </a:cubicBezTo>
                    <a:cubicBezTo>
                      <a:pt x="23337" y="2322"/>
                      <a:pt x="23349" y="2155"/>
                      <a:pt x="23361" y="1988"/>
                    </a:cubicBezTo>
                    <a:lnTo>
                      <a:pt x="23361" y="1929"/>
                    </a:lnTo>
                    <a:cubicBezTo>
                      <a:pt x="23361" y="1750"/>
                      <a:pt x="23372" y="1572"/>
                      <a:pt x="23372" y="1393"/>
                    </a:cubicBezTo>
                    <a:lnTo>
                      <a:pt x="23372" y="12"/>
                    </a:lnTo>
                    <a:cubicBezTo>
                      <a:pt x="23372" y="191"/>
                      <a:pt x="23372" y="369"/>
                      <a:pt x="23361" y="536"/>
                    </a:cubicBezTo>
                    <a:lnTo>
                      <a:pt x="23361" y="607"/>
                    </a:lnTo>
                    <a:cubicBezTo>
                      <a:pt x="23349" y="774"/>
                      <a:pt x="23337" y="941"/>
                      <a:pt x="23313" y="1107"/>
                    </a:cubicBezTo>
                    <a:cubicBezTo>
                      <a:pt x="23313" y="1131"/>
                      <a:pt x="23313" y="1167"/>
                      <a:pt x="23301" y="1191"/>
                    </a:cubicBezTo>
                    <a:cubicBezTo>
                      <a:pt x="23289" y="1357"/>
                      <a:pt x="23265" y="1512"/>
                      <a:pt x="23241" y="1679"/>
                    </a:cubicBezTo>
                    <a:lnTo>
                      <a:pt x="23230" y="1750"/>
                    </a:lnTo>
                    <a:cubicBezTo>
                      <a:pt x="23206" y="1917"/>
                      <a:pt x="23170" y="2084"/>
                      <a:pt x="23134" y="2239"/>
                    </a:cubicBezTo>
                    <a:cubicBezTo>
                      <a:pt x="23134" y="2250"/>
                      <a:pt x="23134" y="2274"/>
                      <a:pt x="23122" y="2286"/>
                    </a:cubicBezTo>
                    <a:cubicBezTo>
                      <a:pt x="23099" y="2441"/>
                      <a:pt x="23051" y="2608"/>
                      <a:pt x="23015" y="2762"/>
                    </a:cubicBezTo>
                    <a:cubicBezTo>
                      <a:pt x="23015" y="2774"/>
                      <a:pt x="23015" y="2786"/>
                      <a:pt x="23003" y="2810"/>
                    </a:cubicBezTo>
                    <a:cubicBezTo>
                      <a:pt x="22956" y="2965"/>
                      <a:pt x="22908" y="3120"/>
                      <a:pt x="22860" y="3274"/>
                    </a:cubicBezTo>
                    <a:cubicBezTo>
                      <a:pt x="22849" y="3298"/>
                      <a:pt x="22849" y="3322"/>
                      <a:pt x="22837" y="3346"/>
                    </a:cubicBezTo>
                    <a:cubicBezTo>
                      <a:pt x="22789" y="3501"/>
                      <a:pt x="22730" y="3643"/>
                      <a:pt x="22682" y="3798"/>
                    </a:cubicBezTo>
                    <a:lnTo>
                      <a:pt x="22646" y="3882"/>
                    </a:lnTo>
                    <a:cubicBezTo>
                      <a:pt x="22587" y="4024"/>
                      <a:pt x="22527" y="4179"/>
                      <a:pt x="22456" y="4322"/>
                    </a:cubicBezTo>
                    <a:lnTo>
                      <a:pt x="22432" y="4382"/>
                    </a:lnTo>
                    <a:cubicBezTo>
                      <a:pt x="22360" y="4525"/>
                      <a:pt x="22301" y="4679"/>
                      <a:pt x="22218" y="4822"/>
                    </a:cubicBezTo>
                    <a:lnTo>
                      <a:pt x="22218" y="4834"/>
                    </a:lnTo>
                    <a:cubicBezTo>
                      <a:pt x="22146" y="4989"/>
                      <a:pt x="22075" y="5132"/>
                      <a:pt x="21991" y="5275"/>
                    </a:cubicBezTo>
                    <a:cubicBezTo>
                      <a:pt x="21979" y="5298"/>
                      <a:pt x="21968" y="5310"/>
                      <a:pt x="21956" y="5334"/>
                    </a:cubicBezTo>
                    <a:cubicBezTo>
                      <a:pt x="21872" y="5477"/>
                      <a:pt x="21789" y="5608"/>
                      <a:pt x="21706" y="5739"/>
                    </a:cubicBezTo>
                    <a:lnTo>
                      <a:pt x="21658" y="5810"/>
                    </a:lnTo>
                    <a:cubicBezTo>
                      <a:pt x="21575" y="5941"/>
                      <a:pt x="21491" y="6072"/>
                      <a:pt x="21396" y="6203"/>
                    </a:cubicBezTo>
                    <a:lnTo>
                      <a:pt x="21348" y="6263"/>
                    </a:lnTo>
                    <a:cubicBezTo>
                      <a:pt x="21253" y="6406"/>
                      <a:pt x="21158" y="6537"/>
                      <a:pt x="21051" y="6656"/>
                    </a:cubicBezTo>
                    <a:cubicBezTo>
                      <a:pt x="21051" y="6668"/>
                      <a:pt x="21039" y="6680"/>
                      <a:pt x="21039" y="6680"/>
                    </a:cubicBezTo>
                    <a:cubicBezTo>
                      <a:pt x="20932" y="6811"/>
                      <a:pt x="20836" y="6941"/>
                      <a:pt x="20729" y="7061"/>
                    </a:cubicBezTo>
                    <a:cubicBezTo>
                      <a:pt x="20717" y="7072"/>
                      <a:pt x="20705" y="7084"/>
                      <a:pt x="20694" y="7096"/>
                    </a:cubicBezTo>
                    <a:cubicBezTo>
                      <a:pt x="20586" y="7215"/>
                      <a:pt x="20479" y="7334"/>
                      <a:pt x="20372" y="7453"/>
                    </a:cubicBezTo>
                    <a:lnTo>
                      <a:pt x="20313" y="7513"/>
                    </a:lnTo>
                    <a:cubicBezTo>
                      <a:pt x="20205" y="7632"/>
                      <a:pt x="20086" y="7739"/>
                      <a:pt x="19979" y="7846"/>
                    </a:cubicBezTo>
                    <a:lnTo>
                      <a:pt x="19908" y="7906"/>
                    </a:lnTo>
                    <a:cubicBezTo>
                      <a:pt x="19801" y="8013"/>
                      <a:pt x="19682" y="8132"/>
                      <a:pt x="19551" y="8227"/>
                    </a:cubicBezTo>
                    <a:lnTo>
                      <a:pt x="19515" y="8275"/>
                    </a:lnTo>
                    <a:cubicBezTo>
                      <a:pt x="19384" y="8382"/>
                      <a:pt x="19253" y="8489"/>
                      <a:pt x="19122" y="8585"/>
                    </a:cubicBezTo>
                    <a:lnTo>
                      <a:pt x="19110" y="8596"/>
                    </a:lnTo>
                    <a:cubicBezTo>
                      <a:pt x="18991" y="8704"/>
                      <a:pt x="18860" y="8799"/>
                      <a:pt x="18717" y="8894"/>
                    </a:cubicBezTo>
                    <a:lnTo>
                      <a:pt x="18622" y="8966"/>
                    </a:lnTo>
                    <a:cubicBezTo>
                      <a:pt x="18491" y="9061"/>
                      <a:pt x="18360" y="9144"/>
                      <a:pt x="18229" y="9227"/>
                    </a:cubicBezTo>
                    <a:lnTo>
                      <a:pt x="18217" y="9227"/>
                    </a:lnTo>
                    <a:cubicBezTo>
                      <a:pt x="18086" y="9311"/>
                      <a:pt x="17955" y="9394"/>
                      <a:pt x="17824" y="9478"/>
                    </a:cubicBezTo>
                    <a:cubicBezTo>
                      <a:pt x="17729" y="9525"/>
                      <a:pt x="17646" y="9573"/>
                      <a:pt x="17550" y="9620"/>
                    </a:cubicBezTo>
                    <a:lnTo>
                      <a:pt x="17324" y="9751"/>
                    </a:lnTo>
                    <a:lnTo>
                      <a:pt x="17038" y="9882"/>
                    </a:lnTo>
                    <a:cubicBezTo>
                      <a:pt x="16967" y="9930"/>
                      <a:pt x="16884" y="9966"/>
                      <a:pt x="16800" y="10001"/>
                    </a:cubicBezTo>
                    <a:cubicBezTo>
                      <a:pt x="16729" y="10037"/>
                      <a:pt x="16669" y="10061"/>
                      <a:pt x="16598" y="10097"/>
                    </a:cubicBezTo>
                    <a:cubicBezTo>
                      <a:pt x="16503" y="10144"/>
                      <a:pt x="16407" y="10180"/>
                      <a:pt x="16312" y="10216"/>
                    </a:cubicBezTo>
                    <a:lnTo>
                      <a:pt x="16086" y="10311"/>
                    </a:lnTo>
                    <a:cubicBezTo>
                      <a:pt x="15991" y="10347"/>
                      <a:pt x="15883" y="10382"/>
                      <a:pt x="15788" y="10418"/>
                    </a:cubicBezTo>
                    <a:lnTo>
                      <a:pt x="15598" y="10490"/>
                    </a:lnTo>
                    <a:cubicBezTo>
                      <a:pt x="15491" y="10525"/>
                      <a:pt x="15383" y="10561"/>
                      <a:pt x="15276" y="10597"/>
                    </a:cubicBezTo>
                    <a:lnTo>
                      <a:pt x="15074" y="10644"/>
                    </a:lnTo>
                    <a:cubicBezTo>
                      <a:pt x="14955" y="10680"/>
                      <a:pt x="14836" y="10716"/>
                      <a:pt x="14717" y="10751"/>
                    </a:cubicBezTo>
                    <a:cubicBezTo>
                      <a:pt x="14669" y="10763"/>
                      <a:pt x="14621" y="10775"/>
                      <a:pt x="14562" y="10787"/>
                    </a:cubicBezTo>
                    <a:cubicBezTo>
                      <a:pt x="14395" y="10823"/>
                      <a:pt x="14217" y="10871"/>
                      <a:pt x="14050" y="10906"/>
                    </a:cubicBezTo>
                    <a:lnTo>
                      <a:pt x="13978" y="10918"/>
                    </a:lnTo>
                    <a:cubicBezTo>
                      <a:pt x="13824" y="10942"/>
                      <a:pt x="13669" y="10966"/>
                      <a:pt x="13514" y="10990"/>
                    </a:cubicBezTo>
                    <a:lnTo>
                      <a:pt x="13335" y="11013"/>
                    </a:lnTo>
                    <a:cubicBezTo>
                      <a:pt x="13216" y="11037"/>
                      <a:pt x="13097" y="11049"/>
                      <a:pt x="12978" y="11061"/>
                    </a:cubicBezTo>
                    <a:lnTo>
                      <a:pt x="12776" y="11073"/>
                    </a:lnTo>
                    <a:cubicBezTo>
                      <a:pt x="12657" y="11085"/>
                      <a:pt x="12538" y="11097"/>
                      <a:pt x="12407" y="11109"/>
                    </a:cubicBezTo>
                    <a:lnTo>
                      <a:pt x="12216" y="11121"/>
                    </a:lnTo>
                    <a:cubicBezTo>
                      <a:pt x="12038" y="11121"/>
                      <a:pt x="11859" y="11132"/>
                      <a:pt x="11681" y="11132"/>
                    </a:cubicBezTo>
                    <a:cubicBezTo>
                      <a:pt x="11502" y="11132"/>
                      <a:pt x="11276" y="11132"/>
                      <a:pt x="11085" y="11109"/>
                    </a:cubicBezTo>
                    <a:lnTo>
                      <a:pt x="10978" y="11109"/>
                    </a:lnTo>
                    <a:cubicBezTo>
                      <a:pt x="10823" y="11109"/>
                      <a:pt x="10657" y="11097"/>
                      <a:pt x="10502" y="11085"/>
                    </a:cubicBezTo>
                    <a:cubicBezTo>
                      <a:pt x="10430" y="11085"/>
                      <a:pt x="10359" y="11061"/>
                      <a:pt x="10299" y="11061"/>
                    </a:cubicBezTo>
                    <a:cubicBezTo>
                      <a:pt x="10168" y="11037"/>
                      <a:pt x="10049" y="11025"/>
                      <a:pt x="9918" y="11013"/>
                    </a:cubicBezTo>
                    <a:lnTo>
                      <a:pt x="9859" y="11002"/>
                    </a:lnTo>
                    <a:cubicBezTo>
                      <a:pt x="9692" y="10978"/>
                      <a:pt x="9525" y="10942"/>
                      <a:pt x="9359" y="10918"/>
                    </a:cubicBezTo>
                    <a:lnTo>
                      <a:pt x="9311" y="10906"/>
                    </a:lnTo>
                    <a:cubicBezTo>
                      <a:pt x="9144" y="10871"/>
                      <a:pt x="8978" y="10835"/>
                      <a:pt x="8811" y="10799"/>
                    </a:cubicBezTo>
                    <a:lnTo>
                      <a:pt x="8716" y="10775"/>
                    </a:lnTo>
                    <a:cubicBezTo>
                      <a:pt x="8597" y="10740"/>
                      <a:pt x="8478" y="10716"/>
                      <a:pt x="8347" y="10680"/>
                    </a:cubicBezTo>
                    <a:cubicBezTo>
                      <a:pt x="8287" y="10656"/>
                      <a:pt x="8228" y="10644"/>
                      <a:pt x="8168" y="10632"/>
                    </a:cubicBezTo>
                    <a:cubicBezTo>
                      <a:pt x="8013" y="10585"/>
                      <a:pt x="7859" y="10525"/>
                      <a:pt x="7716" y="10478"/>
                    </a:cubicBezTo>
                    <a:cubicBezTo>
                      <a:pt x="7692" y="10478"/>
                      <a:pt x="7680" y="10466"/>
                      <a:pt x="7656" y="10466"/>
                    </a:cubicBezTo>
                    <a:cubicBezTo>
                      <a:pt x="7490" y="10406"/>
                      <a:pt x="7323" y="10335"/>
                      <a:pt x="7156" y="10275"/>
                    </a:cubicBezTo>
                    <a:lnTo>
                      <a:pt x="7001" y="10204"/>
                    </a:lnTo>
                    <a:cubicBezTo>
                      <a:pt x="6894" y="10156"/>
                      <a:pt x="6775" y="10109"/>
                      <a:pt x="6668" y="10061"/>
                    </a:cubicBezTo>
                    <a:lnTo>
                      <a:pt x="6513" y="9989"/>
                    </a:lnTo>
                    <a:cubicBezTo>
                      <a:pt x="6406" y="9942"/>
                      <a:pt x="6299" y="9882"/>
                      <a:pt x="6192" y="9835"/>
                    </a:cubicBezTo>
                    <a:lnTo>
                      <a:pt x="6037" y="9751"/>
                    </a:lnTo>
                    <a:lnTo>
                      <a:pt x="5727" y="9585"/>
                    </a:lnTo>
                    <a:lnTo>
                      <a:pt x="5573" y="9501"/>
                    </a:lnTo>
                    <a:cubicBezTo>
                      <a:pt x="5454" y="9418"/>
                      <a:pt x="5323" y="9347"/>
                      <a:pt x="5204" y="9263"/>
                    </a:cubicBezTo>
                    <a:lnTo>
                      <a:pt x="5144" y="9227"/>
                    </a:lnTo>
                    <a:cubicBezTo>
                      <a:pt x="5001" y="9144"/>
                      <a:pt x="4858" y="9049"/>
                      <a:pt x="4715" y="8942"/>
                    </a:cubicBezTo>
                    <a:cubicBezTo>
                      <a:pt x="4680" y="8918"/>
                      <a:pt x="4644" y="8894"/>
                      <a:pt x="4596" y="8858"/>
                    </a:cubicBezTo>
                    <a:cubicBezTo>
                      <a:pt x="4501" y="8787"/>
                      <a:pt x="4406" y="8716"/>
                      <a:pt x="4311" y="8644"/>
                    </a:cubicBezTo>
                    <a:lnTo>
                      <a:pt x="4168" y="8537"/>
                    </a:lnTo>
                    <a:cubicBezTo>
                      <a:pt x="4084" y="8465"/>
                      <a:pt x="3989" y="8382"/>
                      <a:pt x="3906" y="8311"/>
                    </a:cubicBezTo>
                    <a:cubicBezTo>
                      <a:pt x="3858" y="8275"/>
                      <a:pt x="3822" y="8239"/>
                      <a:pt x="3775" y="8204"/>
                    </a:cubicBezTo>
                    <a:cubicBezTo>
                      <a:pt x="3691" y="8132"/>
                      <a:pt x="3620" y="8061"/>
                      <a:pt x="3537" y="7989"/>
                    </a:cubicBezTo>
                    <a:lnTo>
                      <a:pt x="3382" y="7834"/>
                    </a:lnTo>
                    <a:cubicBezTo>
                      <a:pt x="3299" y="7763"/>
                      <a:pt x="3227" y="7692"/>
                      <a:pt x="3144" y="7608"/>
                    </a:cubicBezTo>
                    <a:cubicBezTo>
                      <a:pt x="3096" y="7561"/>
                      <a:pt x="3048" y="7513"/>
                      <a:pt x="3013" y="7465"/>
                    </a:cubicBezTo>
                    <a:cubicBezTo>
                      <a:pt x="2918" y="7370"/>
                      <a:pt x="2834" y="7275"/>
                      <a:pt x="2739" y="7168"/>
                    </a:cubicBezTo>
                    <a:cubicBezTo>
                      <a:pt x="2715" y="7132"/>
                      <a:pt x="2679" y="7108"/>
                      <a:pt x="2656" y="7072"/>
                    </a:cubicBezTo>
                    <a:cubicBezTo>
                      <a:pt x="2537" y="6941"/>
                      <a:pt x="2429" y="6811"/>
                      <a:pt x="2322" y="6668"/>
                    </a:cubicBezTo>
                    <a:cubicBezTo>
                      <a:pt x="2215" y="6537"/>
                      <a:pt x="2084" y="6346"/>
                      <a:pt x="1965" y="6179"/>
                    </a:cubicBezTo>
                    <a:cubicBezTo>
                      <a:pt x="1929" y="6132"/>
                      <a:pt x="1894" y="6084"/>
                      <a:pt x="1858" y="6037"/>
                    </a:cubicBezTo>
                    <a:cubicBezTo>
                      <a:pt x="1786" y="5918"/>
                      <a:pt x="1703" y="5798"/>
                      <a:pt x="1632" y="5679"/>
                    </a:cubicBezTo>
                    <a:cubicBezTo>
                      <a:pt x="1584" y="5608"/>
                      <a:pt x="1536" y="5525"/>
                      <a:pt x="1489" y="5453"/>
                    </a:cubicBezTo>
                    <a:cubicBezTo>
                      <a:pt x="1453" y="5382"/>
                      <a:pt x="1405" y="5310"/>
                      <a:pt x="1358" y="5215"/>
                    </a:cubicBezTo>
                    <a:cubicBezTo>
                      <a:pt x="1310" y="5132"/>
                      <a:pt x="1274" y="5060"/>
                      <a:pt x="1227" y="4977"/>
                    </a:cubicBezTo>
                    <a:cubicBezTo>
                      <a:pt x="1191" y="4894"/>
                      <a:pt x="1143" y="4822"/>
                      <a:pt x="1108" y="4739"/>
                    </a:cubicBezTo>
                    <a:cubicBezTo>
                      <a:pt x="1060" y="4655"/>
                      <a:pt x="1013" y="4560"/>
                      <a:pt x="977" y="4465"/>
                    </a:cubicBezTo>
                    <a:cubicBezTo>
                      <a:pt x="941" y="4405"/>
                      <a:pt x="917" y="4334"/>
                      <a:pt x="882" y="4274"/>
                    </a:cubicBezTo>
                    <a:cubicBezTo>
                      <a:pt x="846" y="4167"/>
                      <a:pt x="798" y="4072"/>
                      <a:pt x="762" y="3977"/>
                    </a:cubicBezTo>
                    <a:cubicBezTo>
                      <a:pt x="739" y="3917"/>
                      <a:pt x="715" y="3858"/>
                      <a:pt x="691" y="3786"/>
                    </a:cubicBezTo>
                    <a:cubicBezTo>
                      <a:pt x="632" y="3643"/>
                      <a:pt x="572" y="3477"/>
                      <a:pt x="524" y="3322"/>
                    </a:cubicBezTo>
                    <a:lnTo>
                      <a:pt x="524" y="3310"/>
                    </a:lnTo>
                    <a:cubicBezTo>
                      <a:pt x="465" y="3155"/>
                      <a:pt x="417" y="2989"/>
                      <a:pt x="370" y="2822"/>
                    </a:cubicBezTo>
                    <a:cubicBezTo>
                      <a:pt x="358" y="2774"/>
                      <a:pt x="346" y="2727"/>
                      <a:pt x="334" y="2667"/>
                    </a:cubicBezTo>
                    <a:cubicBezTo>
                      <a:pt x="298" y="2560"/>
                      <a:pt x="274" y="2441"/>
                      <a:pt x="251" y="2322"/>
                    </a:cubicBezTo>
                    <a:cubicBezTo>
                      <a:pt x="239" y="2262"/>
                      <a:pt x="227" y="2203"/>
                      <a:pt x="215" y="2143"/>
                    </a:cubicBezTo>
                    <a:cubicBezTo>
                      <a:pt x="191" y="2036"/>
                      <a:pt x="167" y="1917"/>
                      <a:pt x="143" y="1810"/>
                    </a:cubicBezTo>
                    <a:cubicBezTo>
                      <a:pt x="143" y="1750"/>
                      <a:pt x="131" y="1691"/>
                      <a:pt x="120" y="1631"/>
                    </a:cubicBezTo>
                    <a:cubicBezTo>
                      <a:pt x="96" y="1500"/>
                      <a:pt x="84" y="1369"/>
                      <a:pt x="72" y="1250"/>
                    </a:cubicBezTo>
                    <a:cubicBezTo>
                      <a:pt x="72" y="1203"/>
                      <a:pt x="60" y="1155"/>
                      <a:pt x="48" y="1119"/>
                    </a:cubicBezTo>
                    <a:cubicBezTo>
                      <a:pt x="36" y="941"/>
                      <a:pt x="24" y="762"/>
                      <a:pt x="12" y="595"/>
                    </a:cubicBezTo>
                    <a:lnTo>
                      <a:pt x="12" y="488"/>
                    </a:lnTo>
                    <a:cubicBezTo>
                      <a:pt x="0" y="322"/>
                      <a:pt x="0" y="167"/>
                      <a:pt x="0" y="0"/>
                    </a:cubicBezTo>
                    <a:close/>
                  </a:path>
                </a:pathLst>
              </a:custGeom>
              <a:solidFill>
                <a:srgbClr val="008E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defRPr/>
                </a:pPr>
                <a:endParaRPr kumimoji="0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0" name="Google Shape;1519;p44"/>
              <p:cNvSpPr/>
              <p:nvPr/>
            </p:nvSpPr>
            <p:spPr>
              <a:xfrm>
                <a:off x="1717711" y="2433577"/>
                <a:ext cx="929165" cy="1040539"/>
              </a:xfrm>
              <a:custGeom>
                <a:avLst/>
                <a:gdLst/>
                <a:ahLst/>
                <a:cxnLst/>
                <a:rect l="l" t="t" r="r" b="b"/>
                <a:pathLst>
                  <a:path w="29016" h="32494" extrusionOk="0">
                    <a:moveTo>
                      <a:pt x="14562" y="2692"/>
                    </a:moveTo>
                    <a:cubicBezTo>
                      <a:pt x="21015" y="2692"/>
                      <a:pt x="26253" y="7669"/>
                      <a:pt x="26253" y="13812"/>
                    </a:cubicBezTo>
                    <a:cubicBezTo>
                      <a:pt x="26253" y="19956"/>
                      <a:pt x="21015" y="24945"/>
                      <a:pt x="14562" y="24945"/>
                    </a:cubicBezTo>
                    <a:cubicBezTo>
                      <a:pt x="8096" y="24945"/>
                      <a:pt x="2858" y="19968"/>
                      <a:pt x="2858" y="13812"/>
                    </a:cubicBezTo>
                    <a:cubicBezTo>
                      <a:pt x="2858" y="7669"/>
                      <a:pt x="8096" y="2692"/>
                      <a:pt x="14562" y="2692"/>
                    </a:cubicBezTo>
                    <a:close/>
                    <a:moveTo>
                      <a:pt x="14347" y="1"/>
                    </a:moveTo>
                    <a:cubicBezTo>
                      <a:pt x="6584" y="96"/>
                      <a:pt x="250" y="6109"/>
                      <a:pt x="95" y="13491"/>
                    </a:cubicBezTo>
                    <a:cubicBezTo>
                      <a:pt x="0" y="18348"/>
                      <a:pt x="2560" y="22647"/>
                      <a:pt x="6477" y="25159"/>
                    </a:cubicBezTo>
                    <a:cubicBezTo>
                      <a:pt x="7192" y="25611"/>
                      <a:pt x="7858" y="26135"/>
                      <a:pt x="8477" y="26707"/>
                    </a:cubicBezTo>
                    <a:lnTo>
                      <a:pt x="14550" y="32493"/>
                    </a:lnTo>
                    <a:lnTo>
                      <a:pt x="20658" y="26683"/>
                    </a:lnTo>
                    <a:cubicBezTo>
                      <a:pt x="21253" y="26123"/>
                      <a:pt x="21920" y="25611"/>
                      <a:pt x="22622" y="25171"/>
                    </a:cubicBezTo>
                    <a:cubicBezTo>
                      <a:pt x="26492" y="22694"/>
                      <a:pt x="29016" y="18515"/>
                      <a:pt x="29016" y="13753"/>
                    </a:cubicBezTo>
                    <a:cubicBezTo>
                      <a:pt x="29016" y="6156"/>
                      <a:pt x="22551" y="1"/>
                      <a:pt x="14562" y="1"/>
                    </a:cubicBezTo>
                    <a:close/>
                  </a:path>
                </a:pathLst>
              </a:custGeom>
              <a:solidFill>
                <a:srgbClr val="00AEC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defRPr/>
                </a:pPr>
                <a:endParaRPr kumimoji="0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1" name="Google Shape;1520;p44"/>
              <p:cNvSpPr/>
              <p:nvPr/>
            </p:nvSpPr>
            <p:spPr>
              <a:xfrm>
                <a:off x="1721906" y="2392613"/>
                <a:ext cx="924586" cy="475854"/>
              </a:xfrm>
              <a:custGeom>
                <a:avLst/>
                <a:gdLst/>
                <a:ahLst/>
                <a:cxnLst/>
                <a:rect l="l" t="t" r="r" b="b"/>
                <a:pathLst>
                  <a:path w="28873" h="14860" extrusionOk="0">
                    <a:moveTo>
                      <a:pt x="13871" y="1"/>
                    </a:moveTo>
                    <a:cubicBezTo>
                      <a:pt x="13680" y="12"/>
                      <a:pt x="13502" y="24"/>
                      <a:pt x="13323" y="36"/>
                    </a:cubicBezTo>
                    <a:lnTo>
                      <a:pt x="13228" y="48"/>
                    </a:lnTo>
                    <a:cubicBezTo>
                      <a:pt x="13049" y="60"/>
                      <a:pt x="12883" y="72"/>
                      <a:pt x="12716" y="96"/>
                    </a:cubicBezTo>
                    <a:lnTo>
                      <a:pt x="12609" y="96"/>
                    </a:lnTo>
                    <a:cubicBezTo>
                      <a:pt x="12442" y="120"/>
                      <a:pt x="12275" y="143"/>
                      <a:pt x="12109" y="167"/>
                    </a:cubicBezTo>
                    <a:lnTo>
                      <a:pt x="12085" y="167"/>
                    </a:lnTo>
                    <a:cubicBezTo>
                      <a:pt x="11918" y="191"/>
                      <a:pt x="11752" y="227"/>
                      <a:pt x="11573" y="263"/>
                    </a:cubicBezTo>
                    <a:lnTo>
                      <a:pt x="11525" y="274"/>
                    </a:lnTo>
                    <a:lnTo>
                      <a:pt x="11478" y="274"/>
                    </a:lnTo>
                    <a:cubicBezTo>
                      <a:pt x="11311" y="310"/>
                      <a:pt x="11144" y="346"/>
                      <a:pt x="10978" y="382"/>
                    </a:cubicBezTo>
                    <a:lnTo>
                      <a:pt x="10894" y="405"/>
                    </a:lnTo>
                    <a:cubicBezTo>
                      <a:pt x="10728" y="441"/>
                      <a:pt x="10561" y="489"/>
                      <a:pt x="10406" y="536"/>
                    </a:cubicBezTo>
                    <a:lnTo>
                      <a:pt x="10382" y="536"/>
                    </a:lnTo>
                    <a:cubicBezTo>
                      <a:pt x="10204" y="584"/>
                      <a:pt x="10037" y="632"/>
                      <a:pt x="9859" y="691"/>
                    </a:cubicBezTo>
                    <a:lnTo>
                      <a:pt x="9775" y="715"/>
                    </a:lnTo>
                    <a:cubicBezTo>
                      <a:pt x="9608" y="774"/>
                      <a:pt x="9454" y="834"/>
                      <a:pt x="9287" y="894"/>
                    </a:cubicBezTo>
                    <a:lnTo>
                      <a:pt x="9239" y="905"/>
                    </a:lnTo>
                    <a:lnTo>
                      <a:pt x="9192" y="917"/>
                    </a:lnTo>
                    <a:cubicBezTo>
                      <a:pt x="9025" y="989"/>
                      <a:pt x="8846" y="1060"/>
                      <a:pt x="8668" y="1132"/>
                    </a:cubicBezTo>
                    <a:lnTo>
                      <a:pt x="8596" y="1155"/>
                    </a:lnTo>
                    <a:cubicBezTo>
                      <a:pt x="8418" y="1239"/>
                      <a:pt x="8251" y="1310"/>
                      <a:pt x="8073" y="1394"/>
                    </a:cubicBezTo>
                    <a:lnTo>
                      <a:pt x="8049" y="1405"/>
                    </a:lnTo>
                    <a:lnTo>
                      <a:pt x="8013" y="1417"/>
                    </a:lnTo>
                    <a:cubicBezTo>
                      <a:pt x="7823" y="1513"/>
                      <a:pt x="7620" y="1608"/>
                      <a:pt x="7430" y="1715"/>
                    </a:cubicBezTo>
                    <a:lnTo>
                      <a:pt x="7370" y="1751"/>
                    </a:lnTo>
                    <a:cubicBezTo>
                      <a:pt x="7180" y="1858"/>
                      <a:pt x="6989" y="1953"/>
                      <a:pt x="6811" y="2072"/>
                    </a:cubicBezTo>
                    <a:lnTo>
                      <a:pt x="6775" y="2084"/>
                    </a:lnTo>
                    <a:lnTo>
                      <a:pt x="6727" y="2120"/>
                    </a:lnTo>
                    <a:cubicBezTo>
                      <a:pt x="6620" y="2179"/>
                      <a:pt x="6537" y="2239"/>
                      <a:pt x="6441" y="2298"/>
                    </a:cubicBezTo>
                    <a:lnTo>
                      <a:pt x="6370" y="2334"/>
                    </a:lnTo>
                    <a:cubicBezTo>
                      <a:pt x="6251" y="2418"/>
                      <a:pt x="6144" y="2489"/>
                      <a:pt x="6025" y="2560"/>
                    </a:cubicBezTo>
                    <a:cubicBezTo>
                      <a:pt x="6001" y="2584"/>
                      <a:pt x="5977" y="2608"/>
                      <a:pt x="5941" y="2620"/>
                    </a:cubicBezTo>
                    <a:lnTo>
                      <a:pt x="5691" y="2810"/>
                    </a:lnTo>
                    <a:lnTo>
                      <a:pt x="5584" y="2882"/>
                    </a:lnTo>
                    <a:cubicBezTo>
                      <a:pt x="5489" y="2953"/>
                      <a:pt x="5394" y="3025"/>
                      <a:pt x="5298" y="3096"/>
                    </a:cubicBezTo>
                    <a:lnTo>
                      <a:pt x="5275" y="3120"/>
                    </a:lnTo>
                    <a:lnTo>
                      <a:pt x="5263" y="3120"/>
                    </a:lnTo>
                    <a:cubicBezTo>
                      <a:pt x="5167" y="3191"/>
                      <a:pt x="5072" y="3275"/>
                      <a:pt x="4989" y="3346"/>
                    </a:cubicBezTo>
                    <a:lnTo>
                      <a:pt x="4917" y="3394"/>
                    </a:lnTo>
                    <a:lnTo>
                      <a:pt x="4715" y="3572"/>
                    </a:lnTo>
                    <a:lnTo>
                      <a:pt x="4608" y="3656"/>
                    </a:lnTo>
                    <a:lnTo>
                      <a:pt x="4441" y="3811"/>
                    </a:lnTo>
                    <a:lnTo>
                      <a:pt x="4346" y="3906"/>
                    </a:lnTo>
                    <a:lnTo>
                      <a:pt x="4191" y="4061"/>
                    </a:lnTo>
                    <a:lnTo>
                      <a:pt x="4084" y="4156"/>
                    </a:lnTo>
                    <a:cubicBezTo>
                      <a:pt x="4036" y="4203"/>
                      <a:pt x="3989" y="4251"/>
                      <a:pt x="3941" y="4311"/>
                    </a:cubicBezTo>
                    <a:lnTo>
                      <a:pt x="3834" y="4406"/>
                    </a:lnTo>
                    <a:cubicBezTo>
                      <a:pt x="3786" y="4465"/>
                      <a:pt x="3739" y="4513"/>
                      <a:pt x="3679" y="4561"/>
                    </a:cubicBezTo>
                    <a:lnTo>
                      <a:pt x="3584" y="4668"/>
                    </a:lnTo>
                    <a:lnTo>
                      <a:pt x="3441" y="4834"/>
                    </a:lnTo>
                    <a:cubicBezTo>
                      <a:pt x="3405" y="4858"/>
                      <a:pt x="3382" y="4894"/>
                      <a:pt x="3346" y="4930"/>
                    </a:cubicBezTo>
                    <a:lnTo>
                      <a:pt x="3167" y="5132"/>
                    </a:lnTo>
                    <a:lnTo>
                      <a:pt x="3120" y="5192"/>
                    </a:lnTo>
                    <a:cubicBezTo>
                      <a:pt x="3048" y="5287"/>
                      <a:pt x="2977" y="5370"/>
                      <a:pt x="2893" y="5466"/>
                    </a:cubicBezTo>
                    <a:cubicBezTo>
                      <a:pt x="2881" y="5489"/>
                      <a:pt x="2858" y="5525"/>
                      <a:pt x="2834" y="5549"/>
                    </a:cubicBezTo>
                    <a:cubicBezTo>
                      <a:pt x="2786" y="5608"/>
                      <a:pt x="2739" y="5680"/>
                      <a:pt x="2691" y="5751"/>
                    </a:cubicBezTo>
                    <a:cubicBezTo>
                      <a:pt x="2667" y="5787"/>
                      <a:pt x="2643" y="5823"/>
                      <a:pt x="2608" y="5858"/>
                    </a:cubicBezTo>
                    <a:cubicBezTo>
                      <a:pt x="2572" y="5918"/>
                      <a:pt x="2524" y="5977"/>
                      <a:pt x="2477" y="6037"/>
                    </a:cubicBezTo>
                    <a:lnTo>
                      <a:pt x="2393" y="6144"/>
                    </a:lnTo>
                    <a:lnTo>
                      <a:pt x="2274" y="6323"/>
                    </a:lnTo>
                    <a:cubicBezTo>
                      <a:pt x="2250" y="6358"/>
                      <a:pt x="2227" y="6406"/>
                      <a:pt x="2203" y="6442"/>
                    </a:cubicBezTo>
                    <a:cubicBezTo>
                      <a:pt x="2167" y="6489"/>
                      <a:pt x="2119" y="6561"/>
                      <a:pt x="2084" y="6620"/>
                    </a:cubicBezTo>
                    <a:lnTo>
                      <a:pt x="2000" y="6739"/>
                    </a:lnTo>
                    <a:cubicBezTo>
                      <a:pt x="1965" y="6799"/>
                      <a:pt x="1929" y="6870"/>
                      <a:pt x="1893" y="6930"/>
                    </a:cubicBezTo>
                    <a:lnTo>
                      <a:pt x="1822" y="7049"/>
                    </a:lnTo>
                    <a:cubicBezTo>
                      <a:pt x="1786" y="7109"/>
                      <a:pt x="1750" y="7180"/>
                      <a:pt x="1703" y="7240"/>
                    </a:cubicBezTo>
                    <a:lnTo>
                      <a:pt x="1643" y="7359"/>
                    </a:lnTo>
                    <a:cubicBezTo>
                      <a:pt x="1596" y="7442"/>
                      <a:pt x="1548" y="7525"/>
                      <a:pt x="1512" y="7609"/>
                    </a:cubicBezTo>
                    <a:cubicBezTo>
                      <a:pt x="1500" y="7632"/>
                      <a:pt x="1488" y="7644"/>
                      <a:pt x="1477" y="7668"/>
                    </a:cubicBezTo>
                    <a:cubicBezTo>
                      <a:pt x="1429" y="7763"/>
                      <a:pt x="1369" y="7871"/>
                      <a:pt x="1322" y="7978"/>
                    </a:cubicBezTo>
                    <a:lnTo>
                      <a:pt x="1274" y="8073"/>
                    </a:lnTo>
                    <a:cubicBezTo>
                      <a:pt x="1238" y="8144"/>
                      <a:pt x="1203" y="8228"/>
                      <a:pt x="1167" y="8299"/>
                    </a:cubicBezTo>
                    <a:lnTo>
                      <a:pt x="1119" y="8418"/>
                    </a:lnTo>
                    <a:cubicBezTo>
                      <a:pt x="1084" y="8490"/>
                      <a:pt x="1060" y="8561"/>
                      <a:pt x="1024" y="8621"/>
                    </a:cubicBezTo>
                    <a:cubicBezTo>
                      <a:pt x="1000" y="8692"/>
                      <a:pt x="988" y="8716"/>
                      <a:pt x="976" y="8752"/>
                    </a:cubicBezTo>
                    <a:cubicBezTo>
                      <a:pt x="941" y="8823"/>
                      <a:pt x="917" y="8883"/>
                      <a:pt x="893" y="8954"/>
                    </a:cubicBezTo>
                    <a:cubicBezTo>
                      <a:pt x="869" y="9002"/>
                      <a:pt x="857" y="9049"/>
                      <a:pt x="845" y="9085"/>
                    </a:cubicBezTo>
                    <a:cubicBezTo>
                      <a:pt x="810" y="9156"/>
                      <a:pt x="786" y="9216"/>
                      <a:pt x="762" y="9287"/>
                    </a:cubicBezTo>
                    <a:cubicBezTo>
                      <a:pt x="750" y="9335"/>
                      <a:pt x="738" y="9383"/>
                      <a:pt x="715" y="9430"/>
                    </a:cubicBezTo>
                    <a:lnTo>
                      <a:pt x="643" y="9633"/>
                    </a:lnTo>
                    <a:cubicBezTo>
                      <a:pt x="631" y="9680"/>
                      <a:pt x="619" y="9716"/>
                      <a:pt x="607" y="9764"/>
                    </a:cubicBezTo>
                    <a:cubicBezTo>
                      <a:pt x="584" y="9835"/>
                      <a:pt x="560" y="9907"/>
                      <a:pt x="536" y="9990"/>
                    </a:cubicBezTo>
                    <a:cubicBezTo>
                      <a:pt x="524" y="10026"/>
                      <a:pt x="512" y="10061"/>
                      <a:pt x="500" y="10109"/>
                    </a:cubicBezTo>
                    <a:cubicBezTo>
                      <a:pt x="476" y="10204"/>
                      <a:pt x="441" y="10299"/>
                      <a:pt x="417" y="10407"/>
                    </a:cubicBezTo>
                    <a:cubicBezTo>
                      <a:pt x="417" y="10419"/>
                      <a:pt x="405" y="10430"/>
                      <a:pt x="405" y="10454"/>
                    </a:cubicBezTo>
                    <a:cubicBezTo>
                      <a:pt x="381" y="10561"/>
                      <a:pt x="345" y="10680"/>
                      <a:pt x="322" y="10800"/>
                    </a:cubicBezTo>
                    <a:cubicBezTo>
                      <a:pt x="310" y="10835"/>
                      <a:pt x="310" y="10871"/>
                      <a:pt x="298" y="10907"/>
                    </a:cubicBezTo>
                    <a:cubicBezTo>
                      <a:pt x="274" y="10990"/>
                      <a:pt x="262" y="11061"/>
                      <a:pt x="250" y="11145"/>
                    </a:cubicBezTo>
                    <a:cubicBezTo>
                      <a:pt x="238" y="11192"/>
                      <a:pt x="226" y="11240"/>
                      <a:pt x="214" y="11288"/>
                    </a:cubicBezTo>
                    <a:cubicBezTo>
                      <a:pt x="203" y="11359"/>
                      <a:pt x="191" y="11431"/>
                      <a:pt x="179" y="11502"/>
                    </a:cubicBezTo>
                    <a:cubicBezTo>
                      <a:pt x="167" y="11550"/>
                      <a:pt x="167" y="11597"/>
                      <a:pt x="155" y="11645"/>
                    </a:cubicBezTo>
                    <a:cubicBezTo>
                      <a:pt x="143" y="11704"/>
                      <a:pt x="131" y="11788"/>
                      <a:pt x="119" y="11859"/>
                    </a:cubicBezTo>
                    <a:cubicBezTo>
                      <a:pt x="107" y="11931"/>
                      <a:pt x="107" y="11966"/>
                      <a:pt x="107" y="12014"/>
                    </a:cubicBezTo>
                    <a:lnTo>
                      <a:pt x="72" y="12228"/>
                    </a:lnTo>
                    <a:cubicBezTo>
                      <a:pt x="72" y="12276"/>
                      <a:pt x="60" y="12324"/>
                      <a:pt x="60" y="12371"/>
                    </a:cubicBezTo>
                    <a:cubicBezTo>
                      <a:pt x="48" y="12454"/>
                      <a:pt x="48" y="12526"/>
                      <a:pt x="36" y="12597"/>
                    </a:cubicBezTo>
                    <a:cubicBezTo>
                      <a:pt x="36" y="12645"/>
                      <a:pt x="24" y="12693"/>
                      <a:pt x="24" y="12740"/>
                    </a:cubicBezTo>
                    <a:cubicBezTo>
                      <a:pt x="24" y="12824"/>
                      <a:pt x="12" y="12907"/>
                      <a:pt x="12" y="12990"/>
                    </a:cubicBezTo>
                    <a:lnTo>
                      <a:pt x="12" y="13109"/>
                    </a:lnTo>
                    <a:cubicBezTo>
                      <a:pt x="12" y="13228"/>
                      <a:pt x="0" y="13347"/>
                      <a:pt x="0" y="13478"/>
                    </a:cubicBezTo>
                    <a:lnTo>
                      <a:pt x="0" y="13740"/>
                    </a:lnTo>
                    <a:lnTo>
                      <a:pt x="0" y="14860"/>
                    </a:lnTo>
                    <a:cubicBezTo>
                      <a:pt x="0" y="14729"/>
                      <a:pt x="0" y="14610"/>
                      <a:pt x="12" y="14490"/>
                    </a:cubicBezTo>
                    <a:lnTo>
                      <a:pt x="12" y="14371"/>
                    </a:lnTo>
                    <a:cubicBezTo>
                      <a:pt x="12" y="14288"/>
                      <a:pt x="24" y="14205"/>
                      <a:pt x="24" y="14121"/>
                    </a:cubicBezTo>
                    <a:cubicBezTo>
                      <a:pt x="24" y="14074"/>
                      <a:pt x="36" y="14026"/>
                      <a:pt x="36" y="13978"/>
                    </a:cubicBezTo>
                    <a:cubicBezTo>
                      <a:pt x="36" y="13907"/>
                      <a:pt x="48" y="13836"/>
                      <a:pt x="60" y="13752"/>
                    </a:cubicBezTo>
                    <a:cubicBezTo>
                      <a:pt x="60" y="13705"/>
                      <a:pt x="72" y="13657"/>
                      <a:pt x="72" y="13609"/>
                    </a:cubicBezTo>
                    <a:lnTo>
                      <a:pt x="107" y="13395"/>
                    </a:lnTo>
                    <a:cubicBezTo>
                      <a:pt x="107" y="13347"/>
                      <a:pt x="119" y="13288"/>
                      <a:pt x="119" y="13240"/>
                    </a:cubicBezTo>
                    <a:cubicBezTo>
                      <a:pt x="131" y="13193"/>
                      <a:pt x="143" y="13097"/>
                      <a:pt x="155" y="13026"/>
                    </a:cubicBezTo>
                    <a:cubicBezTo>
                      <a:pt x="167" y="12966"/>
                      <a:pt x="167" y="12931"/>
                      <a:pt x="179" y="12883"/>
                    </a:cubicBezTo>
                    <a:cubicBezTo>
                      <a:pt x="191" y="12812"/>
                      <a:pt x="203" y="12728"/>
                      <a:pt x="214" y="12657"/>
                    </a:cubicBezTo>
                    <a:cubicBezTo>
                      <a:pt x="226" y="12621"/>
                      <a:pt x="238" y="12574"/>
                      <a:pt x="250" y="12526"/>
                    </a:cubicBezTo>
                    <a:cubicBezTo>
                      <a:pt x="262" y="12443"/>
                      <a:pt x="274" y="12359"/>
                      <a:pt x="298" y="12288"/>
                    </a:cubicBezTo>
                    <a:cubicBezTo>
                      <a:pt x="310" y="12252"/>
                      <a:pt x="310" y="12216"/>
                      <a:pt x="322" y="12181"/>
                    </a:cubicBezTo>
                    <a:cubicBezTo>
                      <a:pt x="345" y="12062"/>
                      <a:pt x="381" y="11943"/>
                      <a:pt x="405" y="11823"/>
                    </a:cubicBezTo>
                    <a:cubicBezTo>
                      <a:pt x="405" y="11812"/>
                      <a:pt x="417" y="11800"/>
                      <a:pt x="417" y="11788"/>
                    </a:cubicBezTo>
                    <a:cubicBezTo>
                      <a:pt x="441" y="11692"/>
                      <a:pt x="476" y="11585"/>
                      <a:pt x="500" y="11478"/>
                    </a:cubicBezTo>
                    <a:cubicBezTo>
                      <a:pt x="512" y="11442"/>
                      <a:pt x="524" y="11407"/>
                      <a:pt x="536" y="11371"/>
                    </a:cubicBezTo>
                    <a:cubicBezTo>
                      <a:pt x="560" y="11288"/>
                      <a:pt x="584" y="11216"/>
                      <a:pt x="607" y="11145"/>
                    </a:cubicBezTo>
                    <a:cubicBezTo>
                      <a:pt x="619" y="11097"/>
                      <a:pt x="631" y="11050"/>
                      <a:pt x="643" y="11014"/>
                    </a:cubicBezTo>
                    <a:lnTo>
                      <a:pt x="715" y="10800"/>
                    </a:lnTo>
                    <a:cubicBezTo>
                      <a:pt x="738" y="10764"/>
                      <a:pt x="750" y="10716"/>
                      <a:pt x="762" y="10669"/>
                    </a:cubicBezTo>
                    <a:cubicBezTo>
                      <a:pt x="786" y="10621"/>
                      <a:pt x="810" y="10538"/>
                      <a:pt x="845" y="10466"/>
                    </a:cubicBezTo>
                    <a:cubicBezTo>
                      <a:pt x="869" y="10407"/>
                      <a:pt x="869" y="10383"/>
                      <a:pt x="893" y="10335"/>
                    </a:cubicBezTo>
                    <a:cubicBezTo>
                      <a:pt x="905" y="10288"/>
                      <a:pt x="941" y="10204"/>
                      <a:pt x="976" y="10133"/>
                    </a:cubicBezTo>
                    <a:cubicBezTo>
                      <a:pt x="1000" y="10073"/>
                      <a:pt x="1012" y="10049"/>
                      <a:pt x="1024" y="10002"/>
                    </a:cubicBezTo>
                    <a:cubicBezTo>
                      <a:pt x="1048" y="9954"/>
                      <a:pt x="1084" y="9871"/>
                      <a:pt x="1119" y="9799"/>
                    </a:cubicBezTo>
                    <a:lnTo>
                      <a:pt x="1167" y="9680"/>
                    </a:lnTo>
                    <a:cubicBezTo>
                      <a:pt x="1203" y="9597"/>
                      <a:pt x="1238" y="9526"/>
                      <a:pt x="1274" y="9454"/>
                    </a:cubicBezTo>
                    <a:lnTo>
                      <a:pt x="1322" y="9359"/>
                    </a:lnTo>
                    <a:cubicBezTo>
                      <a:pt x="1369" y="9252"/>
                      <a:pt x="1429" y="9145"/>
                      <a:pt x="1477" y="9049"/>
                    </a:cubicBezTo>
                    <a:cubicBezTo>
                      <a:pt x="1488" y="9025"/>
                      <a:pt x="1500" y="9002"/>
                      <a:pt x="1512" y="8990"/>
                    </a:cubicBezTo>
                    <a:cubicBezTo>
                      <a:pt x="1548" y="8906"/>
                      <a:pt x="1596" y="8823"/>
                      <a:pt x="1643" y="8728"/>
                    </a:cubicBezTo>
                    <a:lnTo>
                      <a:pt x="1703" y="8621"/>
                    </a:lnTo>
                    <a:cubicBezTo>
                      <a:pt x="1750" y="8561"/>
                      <a:pt x="1786" y="8490"/>
                      <a:pt x="1822" y="8430"/>
                    </a:cubicBezTo>
                    <a:lnTo>
                      <a:pt x="1893" y="8311"/>
                    </a:lnTo>
                    <a:cubicBezTo>
                      <a:pt x="1929" y="8240"/>
                      <a:pt x="1965" y="8180"/>
                      <a:pt x="2000" y="8121"/>
                    </a:cubicBezTo>
                    <a:lnTo>
                      <a:pt x="2084" y="8002"/>
                    </a:lnTo>
                    <a:cubicBezTo>
                      <a:pt x="2119" y="7942"/>
                      <a:pt x="2155" y="7882"/>
                      <a:pt x="2203" y="7823"/>
                    </a:cubicBezTo>
                    <a:cubicBezTo>
                      <a:pt x="2239" y="7763"/>
                      <a:pt x="2250" y="7740"/>
                      <a:pt x="2274" y="7704"/>
                    </a:cubicBezTo>
                    <a:lnTo>
                      <a:pt x="2393" y="7525"/>
                    </a:lnTo>
                    <a:lnTo>
                      <a:pt x="2477" y="7418"/>
                    </a:lnTo>
                    <a:cubicBezTo>
                      <a:pt x="2524" y="7347"/>
                      <a:pt x="2572" y="7287"/>
                      <a:pt x="2608" y="7228"/>
                    </a:cubicBezTo>
                    <a:cubicBezTo>
                      <a:pt x="2643" y="7204"/>
                      <a:pt x="2667" y="7168"/>
                      <a:pt x="2691" y="7132"/>
                    </a:cubicBezTo>
                    <a:cubicBezTo>
                      <a:pt x="2739" y="7061"/>
                      <a:pt x="2798" y="6990"/>
                      <a:pt x="2834" y="6930"/>
                    </a:cubicBezTo>
                    <a:cubicBezTo>
                      <a:pt x="2858" y="6894"/>
                      <a:pt x="2881" y="6870"/>
                      <a:pt x="2893" y="6847"/>
                    </a:cubicBezTo>
                    <a:cubicBezTo>
                      <a:pt x="2977" y="6751"/>
                      <a:pt x="3048" y="6668"/>
                      <a:pt x="3120" y="6573"/>
                    </a:cubicBezTo>
                    <a:lnTo>
                      <a:pt x="3167" y="6513"/>
                    </a:lnTo>
                    <a:cubicBezTo>
                      <a:pt x="3227" y="6442"/>
                      <a:pt x="3286" y="6370"/>
                      <a:pt x="3358" y="6311"/>
                    </a:cubicBezTo>
                    <a:lnTo>
                      <a:pt x="3441" y="6216"/>
                    </a:lnTo>
                    <a:lnTo>
                      <a:pt x="3584" y="6037"/>
                    </a:lnTo>
                    <a:lnTo>
                      <a:pt x="3679" y="5942"/>
                    </a:lnTo>
                    <a:cubicBezTo>
                      <a:pt x="3727" y="5882"/>
                      <a:pt x="3786" y="5835"/>
                      <a:pt x="3834" y="5787"/>
                    </a:cubicBezTo>
                    <a:lnTo>
                      <a:pt x="3941" y="5692"/>
                    </a:lnTo>
                    <a:cubicBezTo>
                      <a:pt x="3989" y="5632"/>
                      <a:pt x="4036" y="5585"/>
                      <a:pt x="4084" y="5537"/>
                    </a:cubicBezTo>
                    <a:lnTo>
                      <a:pt x="4191" y="5430"/>
                    </a:lnTo>
                    <a:lnTo>
                      <a:pt x="4346" y="5287"/>
                    </a:lnTo>
                    <a:lnTo>
                      <a:pt x="4453" y="5192"/>
                    </a:lnTo>
                    <a:lnTo>
                      <a:pt x="4620" y="5037"/>
                    </a:lnTo>
                    <a:lnTo>
                      <a:pt x="4715" y="4954"/>
                    </a:lnTo>
                    <a:lnTo>
                      <a:pt x="4917" y="4775"/>
                    </a:lnTo>
                    <a:lnTo>
                      <a:pt x="4989" y="4727"/>
                    </a:lnTo>
                    <a:cubicBezTo>
                      <a:pt x="5084" y="4644"/>
                      <a:pt x="5167" y="4573"/>
                      <a:pt x="5263" y="4501"/>
                    </a:cubicBezTo>
                    <a:lnTo>
                      <a:pt x="5310" y="4465"/>
                    </a:lnTo>
                    <a:cubicBezTo>
                      <a:pt x="5406" y="4394"/>
                      <a:pt x="5501" y="4323"/>
                      <a:pt x="5596" y="4251"/>
                    </a:cubicBezTo>
                    <a:lnTo>
                      <a:pt x="5691" y="4180"/>
                    </a:lnTo>
                    <a:lnTo>
                      <a:pt x="5953" y="4001"/>
                    </a:lnTo>
                    <a:lnTo>
                      <a:pt x="6037" y="3942"/>
                    </a:lnTo>
                    <a:cubicBezTo>
                      <a:pt x="6144" y="3858"/>
                      <a:pt x="6263" y="3787"/>
                      <a:pt x="6370" y="3715"/>
                    </a:cubicBezTo>
                    <a:lnTo>
                      <a:pt x="6441" y="3668"/>
                    </a:lnTo>
                    <a:cubicBezTo>
                      <a:pt x="6537" y="3608"/>
                      <a:pt x="6632" y="3549"/>
                      <a:pt x="6727" y="3489"/>
                    </a:cubicBezTo>
                    <a:lnTo>
                      <a:pt x="6811" y="3441"/>
                    </a:lnTo>
                    <a:cubicBezTo>
                      <a:pt x="7001" y="3334"/>
                      <a:pt x="7180" y="3227"/>
                      <a:pt x="7370" y="3132"/>
                    </a:cubicBezTo>
                    <a:lnTo>
                      <a:pt x="7442" y="3096"/>
                    </a:lnTo>
                    <a:cubicBezTo>
                      <a:pt x="7632" y="2989"/>
                      <a:pt x="7823" y="2894"/>
                      <a:pt x="8025" y="2799"/>
                    </a:cubicBezTo>
                    <a:lnTo>
                      <a:pt x="8073" y="2763"/>
                    </a:lnTo>
                    <a:cubicBezTo>
                      <a:pt x="8251" y="2691"/>
                      <a:pt x="8418" y="2608"/>
                      <a:pt x="8596" y="2537"/>
                    </a:cubicBezTo>
                    <a:lnTo>
                      <a:pt x="8680" y="2501"/>
                    </a:lnTo>
                    <a:cubicBezTo>
                      <a:pt x="8846" y="2429"/>
                      <a:pt x="9025" y="2358"/>
                      <a:pt x="9204" y="2298"/>
                    </a:cubicBezTo>
                    <a:lnTo>
                      <a:pt x="9287" y="2263"/>
                    </a:lnTo>
                    <a:cubicBezTo>
                      <a:pt x="9454" y="2203"/>
                      <a:pt x="9620" y="2144"/>
                      <a:pt x="9787" y="2096"/>
                    </a:cubicBezTo>
                    <a:lnTo>
                      <a:pt x="9870" y="2060"/>
                    </a:lnTo>
                    <a:cubicBezTo>
                      <a:pt x="10037" y="2013"/>
                      <a:pt x="10216" y="1953"/>
                      <a:pt x="10382" y="1906"/>
                    </a:cubicBezTo>
                    <a:lnTo>
                      <a:pt x="10406" y="1906"/>
                    </a:lnTo>
                    <a:cubicBezTo>
                      <a:pt x="10573" y="1858"/>
                      <a:pt x="10740" y="1822"/>
                      <a:pt x="10906" y="1786"/>
                    </a:cubicBezTo>
                    <a:lnTo>
                      <a:pt x="10990" y="1763"/>
                    </a:lnTo>
                    <a:cubicBezTo>
                      <a:pt x="11156" y="1715"/>
                      <a:pt x="11323" y="1679"/>
                      <a:pt x="11490" y="1656"/>
                    </a:cubicBezTo>
                    <a:lnTo>
                      <a:pt x="11585" y="1632"/>
                    </a:lnTo>
                    <a:cubicBezTo>
                      <a:pt x="11752" y="1596"/>
                      <a:pt x="11930" y="1572"/>
                      <a:pt x="12097" y="1536"/>
                    </a:cubicBezTo>
                    <a:lnTo>
                      <a:pt x="12121" y="1536"/>
                    </a:lnTo>
                    <a:cubicBezTo>
                      <a:pt x="12287" y="1513"/>
                      <a:pt x="12454" y="1489"/>
                      <a:pt x="12621" y="1477"/>
                    </a:cubicBezTo>
                    <a:lnTo>
                      <a:pt x="12716" y="1465"/>
                    </a:lnTo>
                    <a:cubicBezTo>
                      <a:pt x="12895" y="1441"/>
                      <a:pt x="13061" y="1429"/>
                      <a:pt x="13240" y="1417"/>
                    </a:cubicBezTo>
                    <a:lnTo>
                      <a:pt x="13335" y="1417"/>
                    </a:lnTo>
                    <a:cubicBezTo>
                      <a:pt x="13514" y="1394"/>
                      <a:pt x="13692" y="1394"/>
                      <a:pt x="13871" y="1382"/>
                    </a:cubicBezTo>
                    <a:cubicBezTo>
                      <a:pt x="13990" y="1382"/>
                      <a:pt x="14109" y="1370"/>
                      <a:pt x="14228" y="1370"/>
                    </a:cubicBezTo>
                    <a:lnTo>
                      <a:pt x="14931" y="1370"/>
                    </a:lnTo>
                    <a:lnTo>
                      <a:pt x="15169" y="1358"/>
                    </a:lnTo>
                    <a:cubicBezTo>
                      <a:pt x="15395" y="1370"/>
                      <a:pt x="15609" y="1382"/>
                      <a:pt x="15835" y="1405"/>
                    </a:cubicBezTo>
                    <a:lnTo>
                      <a:pt x="15883" y="1405"/>
                    </a:lnTo>
                    <a:cubicBezTo>
                      <a:pt x="16097" y="1429"/>
                      <a:pt x="16312" y="1453"/>
                      <a:pt x="16526" y="1477"/>
                    </a:cubicBezTo>
                    <a:lnTo>
                      <a:pt x="16597" y="1489"/>
                    </a:lnTo>
                    <a:cubicBezTo>
                      <a:pt x="16717" y="1513"/>
                      <a:pt x="16824" y="1525"/>
                      <a:pt x="16943" y="1548"/>
                    </a:cubicBezTo>
                    <a:lnTo>
                      <a:pt x="16978" y="1548"/>
                    </a:lnTo>
                    <a:cubicBezTo>
                      <a:pt x="17109" y="1572"/>
                      <a:pt x="17240" y="1596"/>
                      <a:pt x="17371" y="1620"/>
                    </a:cubicBezTo>
                    <a:lnTo>
                      <a:pt x="17490" y="1644"/>
                    </a:lnTo>
                    <a:lnTo>
                      <a:pt x="17752" y="1691"/>
                    </a:lnTo>
                    <a:lnTo>
                      <a:pt x="17895" y="1727"/>
                    </a:lnTo>
                    <a:lnTo>
                      <a:pt x="18133" y="1786"/>
                    </a:lnTo>
                    <a:lnTo>
                      <a:pt x="18252" y="1822"/>
                    </a:lnTo>
                    <a:cubicBezTo>
                      <a:pt x="18431" y="1870"/>
                      <a:pt x="18610" y="1917"/>
                      <a:pt x="18788" y="1965"/>
                    </a:cubicBezTo>
                    <a:lnTo>
                      <a:pt x="18860" y="1989"/>
                    </a:lnTo>
                    <a:cubicBezTo>
                      <a:pt x="19050" y="2048"/>
                      <a:pt x="19229" y="2108"/>
                      <a:pt x="19407" y="2167"/>
                    </a:cubicBezTo>
                    <a:lnTo>
                      <a:pt x="19419" y="2167"/>
                    </a:lnTo>
                    <a:cubicBezTo>
                      <a:pt x="19598" y="2227"/>
                      <a:pt x="19776" y="2298"/>
                      <a:pt x="19955" y="2370"/>
                    </a:cubicBezTo>
                    <a:lnTo>
                      <a:pt x="20015" y="2394"/>
                    </a:lnTo>
                    <a:cubicBezTo>
                      <a:pt x="20181" y="2453"/>
                      <a:pt x="20348" y="2525"/>
                      <a:pt x="20515" y="2608"/>
                    </a:cubicBezTo>
                    <a:lnTo>
                      <a:pt x="20610" y="2644"/>
                    </a:lnTo>
                    <a:cubicBezTo>
                      <a:pt x="20765" y="2715"/>
                      <a:pt x="20908" y="2775"/>
                      <a:pt x="21062" y="2846"/>
                    </a:cubicBezTo>
                    <a:lnTo>
                      <a:pt x="21134" y="2894"/>
                    </a:lnTo>
                    <a:cubicBezTo>
                      <a:pt x="21265" y="2953"/>
                      <a:pt x="21396" y="3025"/>
                      <a:pt x="21539" y="3096"/>
                    </a:cubicBezTo>
                    <a:lnTo>
                      <a:pt x="21598" y="3132"/>
                    </a:lnTo>
                    <a:cubicBezTo>
                      <a:pt x="21741" y="3203"/>
                      <a:pt x="21884" y="3287"/>
                      <a:pt x="22027" y="3370"/>
                    </a:cubicBezTo>
                    <a:lnTo>
                      <a:pt x="22110" y="3430"/>
                    </a:lnTo>
                    <a:cubicBezTo>
                      <a:pt x="22253" y="3513"/>
                      <a:pt x="22396" y="3596"/>
                      <a:pt x="22527" y="3680"/>
                    </a:cubicBezTo>
                    <a:lnTo>
                      <a:pt x="22562" y="3703"/>
                    </a:lnTo>
                    <a:cubicBezTo>
                      <a:pt x="22693" y="3787"/>
                      <a:pt x="22824" y="3882"/>
                      <a:pt x="22955" y="3965"/>
                    </a:cubicBezTo>
                    <a:lnTo>
                      <a:pt x="23027" y="4025"/>
                    </a:lnTo>
                    <a:cubicBezTo>
                      <a:pt x="23158" y="4108"/>
                      <a:pt x="23289" y="4203"/>
                      <a:pt x="23420" y="4299"/>
                    </a:cubicBezTo>
                    <a:lnTo>
                      <a:pt x="23491" y="4358"/>
                    </a:lnTo>
                    <a:cubicBezTo>
                      <a:pt x="23622" y="4453"/>
                      <a:pt x="23741" y="4549"/>
                      <a:pt x="23860" y="4644"/>
                    </a:cubicBezTo>
                    <a:lnTo>
                      <a:pt x="23884" y="4668"/>
                    </a:lnTo>
                    <a:cubicBezTo>
                      <a:pt x="24015" y="4775"/>
                      <a:pt x="24134" y="4882"/>
                      <a:pt x="24253" y="4989"/>
                    </a:cubicBezTo>
                    <a:lnTo>
                      <a:pt x="24337" y="5049"/>
                    </a:lnTo>
                    <a:cubicBezTo>
                      <a:pt x="24467" y="5168"/>
                      <a:pt x="24598" y="5299"/>
                      <a:pt x="24729" y="5418"/>
                    </a:cubicBezTo>
                    <a:lnTo>
                      <a:pt x="24789" y="5489"/>
                    </a:lnTo>
                    <a:cubicBezTo>
                      <a:pt x="24920" y="5608"/>
                      <a:pt x="25051" y="5739"/>
                      <a:pt x="25170" y="5870"/>
                    </a:cubicBezTo>
                    <a:lnTo>
                      <a:pt x="25229" y="5930"/>
                    </a:lnTo>
                    <a:cubicBezTo>
                      <a:pt x="25349" y="6061"/>
                      <a:pt x="25480" y="6204"/>
                      <a:pt x="25599" y="6347"/>
                    </a:cubicBezTo>
                    <a:cubicBezTo>
                      <a:pt x="25610" y="6347"/>
                      <a:pt x="25622" y="6358"/>
                      <a:pt x="25622" y="6370"/>
                    </a:cubicBezTo>
                    <a:cubicBezTo>
                      <a:pt x="25753" y="6513"/>
                      <a:pt x="25872" y="6656"/>
                      <a:pt x="25991" y="6811"/>
                    </a:cubicBezTo>
                    <a:lnTo>
                      <a:pt x="26015" y="6835"/>
                    </a:lnTo>
                    <a:cubicBezTo>
                      <a:pt x="26087" y="6942"/>
                      <a:pt x="26158" y="7037"/>
                      <a:pt x="26242" y="7132"/>
                    </a:cubicBezTo>
                    <a:cubicBezTo>
                      <a:pt x="26265" y="7168"/>
                      <a:pt x="26277" y="7192"/>
                      <a:pt x="26301" y="7216"/>
                    </a:cubicBezTo>
                    <a:cubicBezTo>
                      <a:pt x="26349" y="7287"/>
                      <a:pt x="26408" y="7371"/>
                      <a:pt x="26456" y="7442"/>
                    </a:cubicBezTo>
                    <a:lnTo>
                      <a:pt x="26539" y="7549"/>
                    </a:lnTo>
                    <a:lnTo>
                      <a:pt x="26670" y="7752"/>
                    </a:lnTo>
                    <a:lnTo>
                      <a:pt x="26753" y="7871"/>
                    </a:lnTo>
                    <a:cubicBezTo>
                      <a:pt x="26789" y="7942"/>
                      <a:pt x="26837" y="8013"/>
                      <a:pt x="26884" y="8085"/>
                    </a:cubicBezTo>
                    <a:lnTo>
                      <a:pt x="26944" y="8180"/>
                    </a:lnTo>
                    <a:cubicBezTo>
                      <a:pt x="27051" y="8347"/>
                      <a:pt x="27146" y="8525"/>
                      <a:pt x="27242" y="8704"/>
                    </a:cubicBezTo>
                    <a:cubicBezTo>
                      <a:pt x="27254" y="8716"/>
                      <a:pt x="27265" y="8740"/>
                      <a:pt x="27277" y="8764"/>
                    </a:cubicBezTo>
                    <a:cubicBezTo>
                      <a:pt x="27373" y="8942"/>
                      <a:pt x="27468" y="9121"/>
                      <a:pt x="27551" y="9299"/>
                    </a:cubicBezTo>
                    <a:lnTo>
                      <a:pt x="27587" y="9371"/>
                    </a:lnTo>
                    <a:cubicBezTo>
                      <a:pt x="27658" y="9526"/>
                      <a:pt x="27730" y="9680"/>
                      <a:pt x="27801" y="9847"/>
                    </a:cubicBezTo>
                    <a:lnTo>
                      <a:pt x="27837" y="9930"/>
                    </a:lnTo>
                    <a:cubicBezTo>
                      <a:pt x="27908" y="10097"/>
                      <a:pt x="27980" y="10264"/>
                      <a:pt x="28039" y="10419"/>
                    </a:cubicBezTo>
                    <a:lnTo>
                      <a:pt x="28075" y="10502"/>
                    </a:lnTo>
                    <a:cubicBezTo>
                      <a:pt x="28135" y="10669"/>
                      <a:pt x="28194" y="10835"/>
                      <a:pt x="28242" y="10990"/>
                    </a:cubicBezTo>
                    <a:cubicBezTo>
                      <a:pt x="28289" y="11157"/>
                      <a:pt x="28349" y="11323"/>
                      <a:pt x="28397" y="11490"/>
                    </a:cubicBezTo>
                    <a:cubicBezTo>
                      <a:pt x="28397" y="11514"/>
                      <a:pt x="28408" y="11550"/>
                      <a:pt x="28420" y="11573"/>
                    </a:cubicBezTo>
                    <a:cubicBezTo>
                      <a:pt x="28456" y="11728"/>
                      <a:pt x="28504" y="11883"/>
                      <a:pt x="28539" y="12038"/>
                    </a:cubicBezTo>
                    <a:lnTo>
                      <a:pt x="28563" y="12133"/>
                    </a:lnTo>
                    <a:cubicBezTo>
                      <a:pt x="28599" y="12288"/>
                      <a:pt x="28623" y="12454"/>
                      <a:pt x="28658" y="12609"/>
                    </a:cubicBezTo>
                    <a:lnTo>
                      <a:pt x="28658" y="12633"/>
                    </a:lnTo>
                    <a:cubicBezTo>
                      <a:pt x="28694" y="12800"/>
                      <a:pt x="28718" y="12966"/>
                      <a:pt x="28742" y="13121"/>
                    </a:cubicBezTo>
                    <a:cubicBezTo>
                      <a:pt x="28742" y="13157"/>
                      <a:pt x="28754" y="13193"/>
                      <a:pt x="28754" y="13228"/>
                    </a:cubicBezTo>
                    <a:cubicBezTo>
                      <a:pt x="28778" y="13395"/>
                      <a:pt x="28801" y="13550"/>
                      <a:pt x="28813" y="13717"/>
                    </a:cubicBezTo>
                    <a:lnTo>
                      <a:pt x="28813" y="13800"/>
                    </a:lnTo>
                    <a:cubicBezTo>
                      <a:pt x="28837" y="13955"/>
                      <a:pt x="28849" y="14121"/>
                      <a:pt x="28849" y="14288"/>
                    </a:cubicBezTo>
                    <a:lnTo>
                      <a:pt x="28849" y="14348"/>
                    </a:lnTo>
                    <a:cubicBezTo>
                      <a:pt x="28861" y="14514"/>
                      <a:pt x="28873" y="14681"/>
                      <a:pt x="28873" y="14860"/>
                    </a:cubicBezTo>
                    <a:lnTo>
                      <a:pt x="28873" y="13562"/>
                    </a:lnTo>
                    <a:lnTo>
                      <a:pt x="28873" y="13502"/>
                    </a:lnTo>
                    <a:cubicBezTo>
                      <a:pt x="28873" y="13324"/>
                      <a:pt x="28873" y="13157"/>
                      <a:pt x="28849" y="12978"/>
                    </a:cubicBezTo>
                    <a:lnTo>
                      <a:pt x="28849" y="12931"/>
                    </a:lnTo>
                    <a:cubicBezTo>
                      <a:pt x="28837" y="12764"/>
                      <a:pt x="28837" y="12597"/>
                      <a:pt x="28813" y="12431"/>
                    </a:cubicBezTo>
                    <a:lnTo>
                      <a:pt x="28813" y="12383"/>
                    </a:lnTo>
                    <a:cubicBezTo>
                      <a:pt x="28813" y="12371"/>
                      <a:pt x="28813" y="12359"/>
                      <a:pt x="28813" y="12359"/>
                    </a:cubicBezTo>
                    <a:cubicBezTo>
                      <a:pt x="28801" y="12193"/>
                      <a:pt x="28778" y="12026"/>
                      <a:pt x="28754" y="11871"/>
                    </a:cubicBezTo>
                    <a:cubicBezTo>
                      <a:pt x="28754" y="11835"/>
                      <a:pt x="28742" y="11800"/>
                      <a:pt x="28742" y="11764"/>
                    </a:cubicBezTo>
                    <a:cubicBezTo>
                      <a:pt x="28718" y="11597"/>
                      <a:pt x="28682" y="11431"/>
                      <a:pt x="28658" y="11276"/>
                    </a:cubicBezTo>
                    <a:lnTo>
                      <a:pt x="28658" y="11252"/>
                    </a:lnTo>
                    <a:cubicBezTo>
                      <a:pt x="28623" y="11097"/>
                      <a:pt x="28599" y="10942"/>
                      <a:pt x="28563" y="10776"/>
                    </a:cubicBezTo>
                    <a:lnTo>
                      <a:pt x="28539" y="10692"/>
                    </a:lnTo>
                    <a:cubicBezTo>
                      <a:pt x="28504" y="10526"/>
                      <a:pt x="28456" y="10371"/>
                      <a:pt x="28420" y="10216"/>
                    </a:cubicBezTo>
                    <a:cubicBezTo>
                      <a:pt x="28420" y="10204"/>
                      <a:pt x="28420" y="10192"/>
                      <a:pt x="28408" y="10180"/>
                    </a:cubicBezTo>
                    <a:cubicBezTo>
                      <a:pt x="28397" y="10168"/>
                      <a:pt x="28397" y="10145"/>
                      <a:pt x="28397" y="10133"/>
                    </a:cubicBezTo>
                    <a:cubicBezTo>
                      <a:pt x="28349" y="9966"/>
                      <a:pt x="28289" y="9799"/>
                      <a:pt x="28242" y="9633"/>
                    </a:cubicBezTo>
                    <a:cubicBezTo>
                      <a:pt x="28194" y="9478"/>
                      <a:pt x="28135" y="9311"/>
                      <a:pt x="28075" y="9156"/>
                    </a:cubicBezTo>
                    <a:lnTo>
                      <a:pt x="28051" y="9097"/>
                    </a:lnTo>
                    <a:lnTo>
                      <a:pt x="28039" y="9073"/>
                    </a:lnTo>
                    <a:cubicBezTo>
                      <a:pt x="27980" y="8906"/>
                      <a:pt x="27908" y="8740"/>
                      <a:pt x="27837" y="8573"/>
                    </a:cubicBezTo>
                    <a:lnTo>
                      <a:pt x="27801" y="8490"/>
                    </a:lnTo>
                    <a:cubicBezTo>
                      <a:pt x="27730" y="8323"/>
                      <a:pt x="27658" y="8168"/>
                      <a:pt x="27587" y="8013"/>
                    </a:cubicBezTo>
                    <a:lnTo>
                      <a:pt x="27575" y="7978"/>
                    </a:lnTo>
                    <a:cubicBezTo>
                      <a:pt x="27575" y="7966"/>
                      <a:pt x="27563" y="7954"/>
                      <a:pt x="27551" y="7942"/>
                    </a:cubicBezTo>
                    <a:cubicBezTo>
                      <a:pt x="27468" y="7763"/>
                      <a:pt x="27373" y="7585"/>
                      <a:pt x="27277" y="7406"/>
                    </a:cubicBezTo>
                    <a:cubicBezTo>
                      <a:pt x="27265" y="7382"/>
                      <a:pt x="27254" y="7371"/>
                      <a:pt x="27242" y="7347"/>
                    </a:cubicBezTo>
                    <a:cubicBezTo>
                      <a:pt x="27146" y="7168"/>
                      <a:pt x="27039" y="6990"/>
                      <a:pt x="26944" y="6823"/>
                    </a:cubicBezTo>
                    <a:lnTo>
                      <a:pt x="26932" y="6799"/>
                    </a:lnTo>
                    <a:cubicBezTo>
                      <a:pt x="26920" y="6775"/>
                      <a:pt x="26896" y="6751"/>
                      <a:pt x="26884" y="6728"/>
                    </a:cubicBezTo>
                    <a:cubicBezTo>
                      <a:pt x="26837" y="6656"/>
                      <a:pt x="26789" y="6585"/>
                      <a:pt x="26753" y="6513"/>
                    </a:cubicBezTo>
                    <a:lnTo>
                      <a:pt x="26670" y="6394"/>
                    </a:lnTo>
                    <a:lnTo>
                      <a:pt x="26539" y="6192"/>
                    </a:lnTo>
                    <a:lnTo>
                      <a:pt x="26456" y="6085"/>
                    </a:lnTo>
                    <a:cubicBezTo>
                      <a:pt x="26408" y="6013"/>
                      <a:pt x="26349" y="5942"/>
                      <a:pt x="26301" y="5858"/>
                    </a:cubicBezTo>
                    <a:cubicBezTo>
                      <a:pt x="26277" y="5835"/>
                      <a:pt x="26265" y="5811"/>
                      <a:pt x="26242" y="5787"/>
                    </a:cubicBezTo>
                    <a:cubicBezTo>
                      <a:pt x="26170" y="5680"/>
                      <a:pt x="26087" y="5585"/>
                      <a:pt x="26015" y="5489"/>
                    </a:cubicBezTo>
                    <a:lnTo>
                      <a:pt x="26015" y="5477"/>
                    </a:lnTo>
                    <a:lnTo>
                      <a:pt x="25991" y="5454"/>
                    </a:lnTo>
                    <a:cubicBezTo>
                      <a:pt x="25872" y="5299"/>
                      <a:pt x="25753" y="5156"/>
                      <a:pt x="25634" y="5001"/>
                    </a:cubicBezTo>
                    <a:cubicBezTo>
                      <a:pt x="25622" y="5001"/>
                      <a:pt x="25622" y="4989"/>
                      <a:pt x="25610" y="4977"/>
                    </a:cubicBezTo>
                    <a:cubicBezTo>
                      <a:pt x="25491" y="4834"/>
                      <a:pt x="25360" y="4704"/>
                      <a:pt x="25229" y="4561"/>
                    </a:cubicBezTo>
                    <a:cubicBezTo>
                      <a:pt x="25218" y="4549"/>
                      <a:pt x="25206" y="4525"/>
                      <a:pt x="25182" y="4513"/>
                    </a:cubicBezTo>
                    <a:cubicBezTo>
                      <a:pt x="25051" y="4382"/>
                      <a:pt x="24932" y="4251"/>
                      <a:pt x="24801" y="4120"/>
                    </a:cubicBezTo>
                    <a:lnTo>
                      <a:pt x="24729" y="4061"/>
                    </a:lnTo>
                    <a:cubicBezTo>
                      <a:pt x="24598" y="3930"/>
                      <a:pt x="24467" y="3811"/>
                      <a:pt x="24337" y="3691"/>
                    </a:cubicBezTo>
                    <a:lnTo>
                      <a:pt x="24301" y="3656"/>
                    </a:lnTo>
                    <a:lnTo>
                      <a:pt x="24265" y="3620"/>
                    </a:lnTo>
                    <a:cubicBezTo>
                      <a:pt x="24146" y="3513"/>
                      <a:pt x="24015" y="3418"/>
                      <a:pt x="23896" y="3310"/>
                    </a:cubicBezTo>
                    <a:lnTo>
                      <a:pt x="23860" y="3287"/>
                    </a:lnTo>
                    <a:cubicBezTo>
                      <a:pt x="23741" y="3191"/>
                      <a:pt x="23622" y="3096"/>
                      <a:pt x="23503" y="3001"/>
                    </a:cubicBezTo>
                    <a:lnTo>
                      <a:pt x="23420" y="2941"/>
                    </a:lnTo>
                    <a:cubicBezTo>
                      <a:pt x="23301" y="2846"/>
                      <a:pt x="23170" y="2751"/>
                      <a:pt x="23039" y="2656"/>
                    </a:cubicBezTo>
                    <a:lnTo>
                      <a:pt x="22955" y="2608"/>
                    </a:lnTo>
                    <a:cubicBezTo>
                      <a:pt x="22824" y="2513"/>
                      <a:pt x="22705" y="2429"/>
                      <a:pt x="22574" y="2346"/>
                    </a:cubicBezTo>
                    <a:lnTo>
                      <a:pt x="22539" y="2322"/>
                    </a:lnTo>
                    <a:cubicBezTo>
                      <a:pt x="22396" y="2227"/>
                      <a:pt x="22265" y="2144"/>
                      <a:pt x="22122" y="2060"/>
                    </a:cubicBezTo>
                    <a:lnTo>
                      <a:pt x="22027" y="2013"/>
                    </a:lnTo>
                    <a:cubicBezTo>
                      <a:pt x="21884" y="1929"/>
                      <a:pt x="21753" y="1846"/>
                      <a:pt x="21610" y="1763"/>
                    </a:cubicBezTo>
                    <a:lnTo>
                      <a:pt x="21539" y="1739"/>
                    </a:lnTo>
                    <a:cubicBezTo>
                      <a:pt x="21408" y="1667"/>
                      <a:pt x="21277" y="1596"/>
                      <a:pt x="21134" y="1525"/>
                    </a:cubicBezTo>
                    <a:lnTo>
                      <a:pt x="21062" y="1489"/>
                    </a:lnTo>
                    <a:cubicBezTo>
                      <a:pt x="20919" y="1417"/>
                      <a:pt x="20765" y="1346"/>
                      <a:pt x="20622" y="1275"/>
                    </a:cubicBezTo>
                    <a:lnTo>
                      <a:pt x="20574" y="1263"/>
                    </a:lnTo>
                    <a:lnTo>
                      <a:pt x="20527" y="1239"/>
                    </a:lnTo>
                    <a:cubicBezTo>
                      <a:pt x="20360" y="1167"/>
                      <a:pt x="20193" y="1096"/>
                      <a:pt x="20026" y="1024"/>
                    </a:cubicBezTo>
                    <a:lnTo>
                      <a:pt x="19955" y="1001"/>
                    </a:lnTo>
                    <a:cubicBezTo>
                      <a:pt x="19788" y="929"/>
                      <a:pt x="19610" y="870"/>
                      <a:pt x="19431" y="810"/>
                    </a:cubicBezTo>
                    <a:lnTo>
                      <a:pt x="19419" y="810"/>
                    </a:lnTo>
                    <a:cubicBezTo>
                      <a:pt x="19241" y="739"/>
                      <a:pt x="19050" y="679"/>
                      <a:pt x="18872" y="632"/>
                    </a:cubicBezTo>
                    <a:lnTo>
                      <a:pt x="18788" y="608"/>
                    </a:lnTo>
                    <a:cubicBezTo>
                      <a:pt x="18622" y="548"/>
                      <a:pt x="18443" y="501"/>
                      <a:pt x="18264" y="453"/>
                    </a:cubicBezTo>
                    <a:lnTo>
                      <a:pt x="18217" y="441"/>
                    </a:lnTo>
                    <a:lnTo>
                      <a:pt x="18145" y="429"/>
                    </a:lnTo>
                    <a:lnTo>
                      <a:pt x="17907" y="370"/>
                    </a:lnTo>
                    <a:lnTo>
                      <a:pt x="17752" y="334"/>
                    </a:lnTo>
                    <a:lnTo>
                      <a:pt x="17490" y="274"/>
                    </a:lnTo>
                    <a:lnTo>
                      <a:pt x="17371" y="251"/>
                    </a:lnTo>
                    <a:cubicBezTo>
                      <a:pt x="17252" y="227"/>
                      <a:pt x="17121" y="203"/>
                      <a:pt x="16990" y="179"/>
                    </a:cubicBezTo>
                    <a:lnTo>
                      <a:pt x="16955" y="179"/>
                    </a:lnTo>
                    <a:cubicBezTo>
                      <a:pt x="16836" y="155"/>
                      <a:pt x="16717" y="143"/>
                      <a:pt x="16597" y="132"/>
                    </a:cubicBezTo>
                    <a:lnTo>
                      <a:pt x="16526" y="132"/>
                    </a:lnTo>
                    <a:cubicBezTo>
                      <a:pt x="16312" y="96"/>
                      <a:pt x="16097" y="72"/>
                      <a:pt x="15883" y="48"/>
                    </a:cubicBezTo>
                    <a:lnTo>
                      <a:pt x="15847" y="48"/>
                    </a:lnTo>
                    <a:cubicBezTo>
                      <a:pt x="15621" y="36"/>
                      <a:pt x="15395" y="12"/>
                      <a:pt x="15169" y="1"/>
                    </a:cubicBezTo>
                    <a:close/>
                  </a:path>
                </a:pathLst>
              </a:custGeom>
              <a:solidFill>
                <a:srgbClr val="008E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defRPr/>
                </a:pPr>
                <a:endParaRPr kumimoji="0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45" name="Google Shape;1521;p44"/>
            <p:cNvSpPr txBox="1"/>
            <p:nvPr/>
          </p:nvSpPr>
          <p:spPr>
            <a:xfrm>
              <a:off x="1645587" y="2795965"/>
              <a:ext cx="7761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AEC0"/>
                  </a:solidFill>
                  <a:effectLst/>
                  <a:uLnTx/>
                  <a:uFillTx/>
                  <a:latin typeface="+mn-ea"/>
                  <a:ea typeface="+mn-ea"/>
                  <a:cs typeface="Fira Sans Extra Condensed Medium"/>
                  <a:sym typeface="Fira Sans Extra Condensed Medium"/>
                </a:rPr>
                <a:t>一</a:t>
              </a:r>
              <a:endPara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AEC0"/>
                </a:solidFill>
                <a:effectLst/>
                <a:uLnTx/>
                <a:uFillTx/>
                <a:latin typeface="+mn-ea"/>
                <a:ea typeface="+mn-ea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52" name="Google Shape;1522;p44"/>
          <p:cNvSpPr txBox="1"/>
          <p:nvPr/>
        </p:nvSpPr>
        <p:spPr>
          <a:xfrm>
            <a:off x="3174699" y="4965947"/>
            <a:ext cx="1247737" cy="3724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Fira Sans Extra Condensed Medium"/>
                <a:sym typeface="Fira Sans Extra Condensed Medium"/>
              </a:rPr>
              <a:t>基础</a:t>
            </a:r>
            <a:r>
              <a:rPr lang="zh-CN" altLang="en-US" sz="2000" b="1" kern="0" dirty="0">
                <a:latin typeface="+mn-ea"/>
                <a:ea typeface="+mn-ea"/>
                <a:cs typeface="Fira Sans Extra Condensed Medium"/>
                <a:sym typeface="Fira Sans Extra Condensed Medium"/>
              </a:rPr>
              <a:t>任务</a:t>
            </a:r>
            <a:endParaRPr kumimoji="0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Fira Sans Extra Condensed Medium"/>
              <a:sym typeface="Fira Sans Extra Condensed Medium"/>
            </a:endParaRPr>
          </a:p>
        </p:txBody>
      </p:sp>
      <p:sp>
        <p:nvSpPr>
          <p:cNvPr id="54" name="Google Shape;1524;p44"/>
          <p:cNvSpPr/>
          <p:nvPr/>
        </p:nvSpPr>
        <p:spPr>
          <a:xfrm>
            <a:off x="6288526" y="3029420"/>
            <a:ext cx="112343" cy="704114"/>
          </a:xfrm>
          <a:prstGeom prst="rect">
            <a:avLst/>
          </a:prstGeom>
          <a:solidFill>
            <a:srgbClr val="027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Arial" panose="020B0604020202020204"/>
              <a:sym typeface="Arial" panose="020B0604020202020204"/>
            </a:endParaRPr>
          </a:p>
        </p:txBody>
      </p:sp>
      <p:sp>
        <p:nvSpPr>
          <p:cNvPr id="55" name="Google Shape;1525;p44"/>
          <p:cNvSpPr/>
          <p:nvPr/>
        </p:nvSpPr>
        <p:spPr>
          <a:xfrm>
            <a:off x="6288526" y="4131538"/>
            <a:ext cx="112343" cy="468599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Arial" panose="020B0604020202020204"/>
              <a:sym typeface="Arial" panose="020B0604020202020204"/>
            </a:endParaRPr>
          </a:p>
        </p:txBody>
      </p:sp>
      <p:sp>
        <p:nvSpPr>
          <p:cNvPr id="56" name="Google Shape;1526;p44"/>
          <p:cNvSpPr/>
          <p:nvPr/>
        </p:nvSpPr>
        <p:spPr>
          <a:xfrm>
            <a:off x="6288526" y="4905316"/>
            <a:ext cx="112343" cy="468599"/>
          </a:xfrm>
          <a:prstGeom prst="rect">
            <a:avLst/>
          </a:prstGeom>
          <a:solidFill>
            <a:srgbClr val="00AE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t>26</a:t>
            </a:fld>
            <a:endParaRPr lang="zh-CN" altLang="en-US" dirty="0"/>
          </a:p>
        </p:txBody>
      </p:sp>
      <p:grpSp>
        <p:nvGrpSpPr>
          <p:cNvPr id="19" name="组合 18"/>
          <p:cNvGrpSpPr/>
          <p:nvPr>
            <p:custDataLst>
              <p:tags r:id="rId1"/>
            </p:custDataLst>
          </p:nvPr>
        </p:nvGrpSpPr>
        <p:grpSpPr>
          <a:xfrm>
            <a:off x="4275951" y="1566950"/>
            <a:ext cx="5347970" cy="3284273"/>
            <a:chOff x="4768819" y="1747380"/>
            <a:chExt cx="5347970" cy="3284273"/>
          </a:xfrm>
        </p:grpSpPr>
        <p:grpSp>
          <p:nvGrpSpPr>
            <p:cNvPr id="13" name="组合 12"/>
            <p:cNvGrpSpPr/>
            <p:nvPr/>
          </p:nvGrpSpPr>
          <p:grpSpPr>
            <a:xfrm>
              <a:off x="4768820" y="1747380"/>
              <a:ext cx="3805988" cy="523220"/>
              <a:chOff x="1877055" y="1744795"/>
              <a:chExt cx="3805988" cy="523220"/>
            </a:xfrm>
          </p:grpSpPr>
          <p:cxnSp>
            <p:nvCxnSpPr>
              <p:cNvPr id="14" name="直接连接符 13"/>
              <p:cNvCxnSpPr/>
              <p:nvPr>
                <p:custDataLst>
                  <p:tags r:id="rId8"/>
                </p:custDataLst>
              </p:nvPr>
            </p:nvCxnSpPr>
            <p:spPr>
              <a:xfrm>
                <a:off x="1877055" y="1815905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文本框 14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2065021" y="1744795"/>
                <a:ext cx="361802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1</a:t>
                </a:r>
                <a:r>
                  <a:rPr lang="en-US" altLang="zh-CN" sz="2800" b="1" dirty="0">
                    <a:solidFill>
                      <a:schemeClr val="accent6"/>
                    </a:solidFill>
                  </a:rPr>
                  <a:t>  </a:t>
                </a:r>
                <a:r>
                  <a:rPr lang="zh-CN" altLang="en-US" sz="2800" b="1" dirty="0"/>
                  <a:t>研究背景与意义</a:t>
                </a:r>
                <a:endParaRPr lang="zh-CN" altLang="en-US" sz="2800" b="1" dirty="0">
                  <a:solidFill>
                    <a:schemeClr val="accent6"/>
                  </a:solidFill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4768819" y="2668302"/>
              <a:ext cx="4175820" cy="523220"/>
              <a:chOff x="1877054" y="3167390"/>
              <a:chExt cx="4175820" cy="523220"/>
            </a:xfrm>
          </p:grpSpPr>
          <p:cxnSp>
            <p:nvCxnSpPr>
              <p:cNvPr id="17" name="直接连接符 16"/>
              <p:cNvCxnSpPr/>
              <p:nvPr>
                <p:custDataLst>
                  <p:tags r:id="rId6"/>
                </p:custDataLst>
              </p:nvPr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rgbClr val="003C8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文本框 17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2  </a:t>
                </a:r>
                <a:r>
                  <a:rPr lang="zh-CN" altLang="en-US" sz="2800" b="1" dirty="0"/>
                  <a:t>研究内容与思路</a:t>
                </a: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4768819" y="3589224"/>
              <a:ext cx="5347970" cy="452110"/>
              <a:chOff x="1877054" y="3167390"/>
              <a:chExt cx="5347970" cy="452110"/>
            </a:xfrm>
          </p:grpSpPr>
          <p:cxnSp>
            <p:nvCxnSpPr>
              <p:cNvPr id="5" name="直接连接符 4"/>
              <p:cNvCxnSpPr/>
              <p:nvPr>
                <p:custDataLst>
                  <p:tags r:id="rId4"/>
                </p:custDataLst>
              </p:nvPr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文本框 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2065014" y="3167390"/>
                <a:ext cx="5160010" cy="2858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3  </a:t>
                </a:r>
                <a:r>
                  <a:rPr lang="zh-CN" altLang="en-US" sz="2800" b="1" dirty="0"/>
                  <a:t>技术实现方案与成果展示</a:t>
                </a: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4768819" y="4509683"/>
              <a:ext cx="4175820" cy="521970"/>
              <a:chOff x="1877054" y="2246005"/>
              <a:chExt cx="4175820" cy="521970"/>
            </a:xfrm>
          </p:grpSpPr>
          <p:cxnSp>
            <p:nvCxnSpPr>
              <p:cNvPr id="11" name="直接连接符 10"/>
              <p:cNvCxnSpPr/>
              <p:nvPr>
                <p:custDataLst>
                  <p:tags r:id="rId2"/>
                </p:custDataLst>
              </p:nvPr>
            </p:nvCxnSpPr>
            <p:spPr>
              <a:xfrm>
                <a:off x="1877054" y="2317115"/>
                <a:ext cx="0" cy="381000"/>
              </a:xfrm>
              <a:prstGeom prst="line">
                <a:avLst/>
              </a:prstGeom>
              <a:ln w="82550">
                <a:solidFill>
                  <a:srgbClr val="3094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文本框 11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2065019" y="2246005"/>
                <a:ext cx="3987855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309481"/>
                    </a:solidFill>
                  </a:rPr>
                  <a:t>4  </a:t>
                </a:r>
                <a:r>
                  <a:rPr lang="zh-CN" altLang="en-US" sz="2800" b="1" dirty="0">
                    <a:solidFill>
                      <a:srgbClr val="309481"/>
                    </a:solidFill>
                  </a:rPr>
                  <a:t>总结与讨论</a:t>
                </a:r>
              </a:p>
            </p:txBody>
          </p:sp>
        </p:grp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4.1 </a:t>
            </a:r>
            <a:r>
              <a:rPr lang="zh-CN" altLang="en-US" sz="4000" dirty="0"/>
              <a:t>总结与展望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030" y="1027072"/>
            <a:ext cx="11235193" cy="2763878"/>
          </a:xfrm>
        </p:spPr>
        <p:txBody>
          <a:bodyPr/>
          <a:lstStyle/>
          <a:p>
            <a:r>
              <a:rPr lang="zh-CN" altLang="en-US" b="1" dirty="0"/>
              <a:t>创新性：端侧部署大模型并进行</a:t>
            </a:r>
            <a:r>
              <a:rPr lang="en-US" altLang="zh-CN" b="1" dirty="0"/>
              <a:t>KV Cache</a:t>
            </a:r>
            <a:r>
              <a:rPr lang="zh-CN" altLang="en-US" b="1" dirty="0"/>
              <a:t>和算子层面优化；对模型进行个性化微调；端侧</a:t>
            </a:r>
            <a:r>
              <a:rPr lang="en-US" altLang="zh-CN" b="1" dirty="0"/>
              <a:t>APP</a:t>
            </a:r>
            <a:r>
              <a:rPr lang="zh-CN" altLang="en-US" b="1" dirty="0"/>
              <a:t>实现记录历史对话和自由选择对话模型等功能</a:t>
            </a:r>
          </a:p>
          <a:p>
            <a:endParaRPr lang="zh-CN" altLang="en-US" b="1" dirty="0"/>
          </a:p>
          <a:p>
            <a:r>
              <a:rPr lang="zh-CN" altLang="en-US" b="1" dirty="0"/>
              <a:t>局限性：受限于硬件，模型规模较小；微调数据集较小，泛化性能有限；模型优化有限</a:t>
            </a:r>
          </a:p>
          <a:p>
            <a:endParaRPr lang="zh-CN" altLang="en-US" b="1" dirty="0"/>
          </a:p>
          <a:p>
            <a:r>
              <a:rPr lang="zh-CN" altLang="en-US" b="1" dirty="0"/>
              <a:t>收获：掌握端侧部署和</a:t>
            </a:r>
            <a:r>
              <a:rPr lang="en-US" altLang="zh-CN" b="1" dirty="0"/>
              <a:t>APP</a:t>
            </a:r>
            <a:r>
              <a:rPr lang="zh-CN" altLang="en-US" b="1" dirty="0"/>
              <a:t>开发方法；掌握微调方法；积累模型优化经验</a:t>
            </a:r>
          </a:p>
          <a:p>
            <a:endParaRPr lang="zh-CN" altLang="en-US" b="1" dirty="0"/>
          </a:p>
          <a:p>
            <a:r>
              <a:rPr lang="zh-CN" altLang="en-US" b="1" dirty="0"/>
              <a:t>未来探索：对模型端侧推理等进一步优化，使用更大数据集微调，</a:t>
            </a:r>
            <a:r>
              <a:rPr lang="en-US" altLang="zh-CN" b="1" dirty="0"/>
              <a:t>APP</a:t>
            </a:r>
            <a:r>
              <a:rPr lang="zh-CN" altLang="en-US" b="1" dirty="0"/>
              <a:t>加入语音、图片等多模态功能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t>27</a:t>
            </a:fld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4.2 </a:t>
            </a:r>
            <a:r>
              <a:rPr lang="zh-CN" altLang="en-US" sz="4000" dirty="0"/>
              <a:t>相关课程支撑目标情况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030" y="1027073"/>
            <a:ext cx="11235193" cy="3135624"/>
          </a:xfrm>
        </p:spPr>
        <p:txBody>
          <a:bodyPr/>
          <a:lstStyle/>
          <a:p>
            <a:r>
              <a:rPr lang="zh-CN" altLang="en-US" b="1" dirty="0"/>
              <a:t>相关课程支撑目标情况</a:t>
            </a:r>
          </a:p>
          <a:p>
            <a:pPr lvl="1" algn="just"/>
            <a:r>
              <a:rPr lang="zh-CN" altLang="en-US" sz="2600" b="1" dirty="0">
                <a:sym typeface="+mn-ea"/>
              </a:rPr>
              <a:t>机器学习：模型部署、优化与微调</a:t>
            </a:r>
            <a:endParaRPr lang="zh-CN" altLang="en-US" sz="2600" b="1" dirty="0"/>
          </a:p>
          <a:p>
            <a:pPr lvl="1" algn="just"/>
            <a:r>
              <a:rPr lang="zh-CN" altLang="en-US" sz="2600" b="1" dirty="0">
                <a:sym typeface="+mn-ea"/>
              </a:rPr>
              <a:t>软件工程：</a:t>
            </a:r>
            <a:r>
              <a:rPr lang="en-US" altLang="zh-CN" sz="2600" b="1" dirty="0">
                <a:sym typeface="+mn-ea"/>
              </a:rPr>
              <a:t>APP</a:t>
            </a:r>
            <a:r>
              <a:rPr lang="zh-CN" altLang="en-US" sz="2600" b="1" dirty="0">
                <a:sym typeface="+mn-ea"/>
              </a:rPr>
              <a:t>开发</a:t>
            </a:r>
            <a:endParaRPr lang="zh-CN" altLang="en-US" sz="2600" b="1" dirty="0"/>
          </a:p>
          <a:p>
            <a:pPr lvl="1" algn="just"/>
            <a:r>
              <a:rPr lang="zh-CN" altLang="en-US" sz="2600" b="1" dirty="0">
                <a:sym typeface="+mn-ea"/>
              </a:rPr>
              <a:t>高等代数：对模型进行优化时理解运算逻辑</a:t>
            </a:r>
            <a:endParaRPr lang="zh-CN" altLang="en-US" sz="2600" b="1" dirty="0"/>
          </a:p>
          <a:p>
            <a:pPr lvl="1" algn="just"/>
            <a:r>
              <a:rPr lang="zh-CN" altLang="en-US" sz="2600" b="1" dirty="0">
                <a:sym typeface="+mn-ea"/>
              </a:rPr>
              <a:t>程序设计：编写、修改代码</a:t>
            </a:r>
            <a:endParaRPr lang="zh-CN" altLang="en-US" sz="2600" b="1" dirty="0"/>
          </a:p>
          <a:p>
            <a:pPr marL="360045" lvl="1" indent="0" algn="just">
              <a:buNone/>
            </a:pPr>
            <a:endParaRPr lang="zh-CN" altLang="en-US" b="1" dirty="0"/>
          </a:p>
          <a:p>
            <a:r>
              <a:rPr lang="zh-CN" altLang="en-US" b="1" dirty="0"/>
              <a:t>课程评价</a:t>
            </a:r>
          </a:p>
          <a:p>
            <a:pPr lvl="1"/>
            <a:r>
              <a:rPr lang="zh-CN" altLang="en-US" sz="2400" b="1" dirty="0"/>
              <a:t>课程</a:t>
            </a:r>
            <a:r>
              <a:rPr lang="zh-CN" altLang="en-US" b="1" dirty="0"/>
              <a:t>结合理论与工程实践，既涉及深度模型原理，又要求实际端侧部署与优化；综合考察知识体系与技术的综合能力；强调挑战性与创新性</a:t>
            </a:r>
          </a:p>
          <a:p>
            <a:pPr lvl="1" algn="just"/>
            <a:endParaRPr lang="zh-CN" altLang="en-US" b="1" dirty="0"/>
          </a:p>
          <a:p>
            <a:pPr lvl="1" algn="just"/>
            <a:endParaRPr lang="zh-CN" alt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t>28</a:t>
            </a:fld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4.3 </a:t>
            </a:r>
            <a:r>
              <a:rPr lang="zh-CN" altLang="en-US" sz="4000" dirty="0"/>
              <a:t>课程建议与意见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030" y="1027073"/>
            <a:ext cx="11235193" cy="3135624"/>
          </a:xfrm>
        </p:spPr>
        <p:txBody>
          <a:bodyPr/>
          <a:lstStyle/>
          <a:p>
            <a:pPr algn="just"/>
            <a:r>
              <a:rPr lang="zh-CN" altLang="en-US" b="1" dirty="0"/>
              <a:t>课程目标设计合理，兼顾理论与实践，体现了</a:t>
            </a:r>
            <a:r>
              <a:rPr lang="en-US" altLang="zh-CN" b="1" dirty="0"/>
              <a:t>“</a:t>
            </a:r>
            <a:r>
              <a:rPr lang="zh-CN" altLang="en-US" b="1" dirty="0"/>
              <a:t>顶点课程</a:t>
            </a:r>
            <a:r>
              <a:rPr lang="en-US" altLang="zh-CN" b="1" dirty="0"/>
              <a:t>”</a:t>
            </a:r>
            <a:r>
              <a:rPr lang="zh-CN" altLang="en-US" b="1" dirty="0"/>
              <a:t>的综合性和挑战性。</a:t>
            </a:r>
          </a:p>
          <a:p>
            <a:pPr algn="just"/>
            <a:endParaRPr lang="zh-CN" altLang="en-US" b="1" dirty="0"/>
          </a:p>
          <a:p>
            <a:pPr algn="just"/>
            <a:r>
              <a:rPr lang="zh-CN" altLang="en-US" b="1" dirty="0"/>
              <a:t>可以强化跨课程知识应用和项目指导，将有助于学生全面检验所学知识体系和技术能力栈。</a:t>
            </a:r>
          </a:p>
          <a:p>
            <a:pPr algn="just"/>
            <a:endParaRPr lang="zh-CN" altLang="en-US" b="1" dirty="0"/>
          </a:p>
          <a:p>
            <a:pPr algn="just"/>
            <a:r>
              <a:rPr lang="zh-CN" altLang="en-US" b="1" dirty="0"/>
              <a:t>可以强化小组讨论与经验分享，鼓励学生分享优化经验和问题解决思路，提高学习效率。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  <a:t>29</a:t>
            </a:fld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90f36d3f-ffec-4fe5-9788-afc451dde4a9&quot;,&quot;Name&quot;:null,&quot;Kind&quot;:&quot;Custom&quot;,&quot;OldGuidesSetting&quot;:{&quot;HeaderHeight&quot;:0.0,&quot;FooterHeight&quot;:0.0,&quot;SideMargin&quot;:0.0,&quot;TopMargin&quot;:0.0,&quot;BottomMargin&quot;:0.0,&quot;IntervalMargin&quot;:0.0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525984251969,&quot;left&quot;:336.68905511811016,&quot;top&quot;:123.38188976377953,&quot;width&quot;:420.4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525984251969,&quot;left&quot;:336.68905511811016,&quot;top&quot;:123.38188976377953,&quot;width&quot;:420.4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525984251969,&quot;left&quot;:336.68905511811016,&quot;top&quot;:123.38188976377953,&quot;width&quot;:420.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525984251969,&quot;left&quot;:336.68905511811016,&quot;top&quot;:123.38188976377953,&quot;width&quot;:420.4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525984251969,&quot;left&quot;:336.68905511811016,&quot;top&quot;:123.38188976377953,&quot;width&quot;:420.4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525984251969,&quot;left&quot;:336.68905511811016,&quot;top&quot;:123.38188976377953,&quot;width&quot;:420.4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525984251969,&quot;left&quot;:336.68905511811016,&quot;top&quot;:123.38188976377953,&quot;width&quot;:420.4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525984251969,&quot;left&quot;:336.68905511811016,&quot;top&quot;:123.38188976377953,&quot;width&quot;:420.4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525984251969,&quot;left&quot;:336.68905511811016,&quot;top&quot;:123.38188976377953,&quot;width&quot;:420.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525984251969,&quot;left&quot;:336.6890551181102,&quot;top&quot;:123.38188976377953,&quot;width&quot;:328.804724409448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525984251969,&quot;left&quot;:336.68905511811016,&quot;top&quot;:123.38188976377953,&quot;width&quot;:328.8047244094488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525984251969,&quot;left&quot;:336.68905511811016,&quot;top&quot;:123.38188976377953,&quot;width&quot;:328.8047244094488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525984251969,&quot;left&quot;:336.68905511811016,&quot;top&quot;:123.38188976377953,&quot;width&quot;:328.8047244094488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525984251969,&quot;left&quot;:336.68905511811016,&quot;top&quot;:123.38188976377953,&quot;width&quot;:328.8047244094488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525984251969,&quot;left&quot;:336.68905511811016,&quot;top&quot;:123.38188976377953,&quot;width&quot;:328.8047244094488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525984251969,&quot;left&quot;:336.68905511811016,&quot;top&quot;:123.38188976377953,&quot;width&quot;:328.8047244094488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525984251969,&quot;left&quot;:336.68905511811016,&quot;top&quot;:123.38188976377953,&quot;width&quot;:328.8047244094488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525984251969,&quot;left&quot;:336.68905511811016,&quot;top&quot;:123.38188976377953,&quot;width&quot;:328.8047244094488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0.10826771653547,&quot;left&quot;:336.68905511811016,&quot;top&quot;:123.38188976377953,&quot;width&quot;:443.1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0.10826771653547,&quot;left&quot;:336.68905511811016,&quot;top&quot;:123.38188976377953,&quot;width&quot;:443.1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0.10826771653547,&quot;left&quot;:336.68905511811016,&quot;top&quot;:123.38188976377953,&quot;width&quot;:443.1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0.10826771653547,&quot;left&quot;:336.68905511811016,&quot;top&quot;:123.38188976377953,&quot;width&quot;:443.1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0.10826771653547,&quot;left&quot;:336.68905511811016,&quot;top&quot;:123.38188976377953,&quot;width&quot;:443.1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0.10826771653547,&quot;left&quot;:336.68905511811016,&quot;top&quot;:123.38188976377953,&quot;width&quot;:443.1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0.10826771653547,&quot;left&quot;:336.68905511811016,&quot;top&quot;:123.38188976377953,&quot;width&quot;:443.1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0.10826771653547,&quot;left&quot;:336.68905511811016,&quot;top&quot;:123.38188976377953,&quot;width&quot;:443.1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0.10826771653547,&quot;left&quot;:336.68905511811016,&quot;top&quot;:123.38188976377953,&quot;width&quot;:443.1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525984251969,&quot;left&quot;:336.68905511811016,&quot;top&quot;:123.38188976377953,&quot;width&quot;:421.1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525984251969,&quot;left&quot;:336.68905511811016,&quot;top&quot;:123.38188976377953,&quot;width&quot;:421.1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525984251969,&quot;left&quot;:336.68905511811016,&quot;top&quot;:123.38188976377953,&quot;width&quot;:421.1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525984251969,&quot;left&quot;:336.68905511811016,&quot;top&quot;:123.38188976377953,&quot;width&quot;:421.1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525984251969,&quot;left&quot;:336.68905511811016,&quot;top&quot;:123.38188976377953,&quot;width&quot;:421.1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525984251969,&quot;left&quot;:336.68905511811016,&quot;top&quot;:123.38188976377953,&quot;width&quot;:421.1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525984251969,&quot;left&quot;:336.68905511811016,&quot;top&quot;:123.38188976377953,&quot;width&quot;:421.1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525984251969,&quot;left&quot;:336.68905511811016,&quot;top&quot;:123.38188976377953,&quot;width&quot;:421.1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525984251969,&quot;left&quot;:336.68905511811016,&quot;top&quot;:123.38188976377953,&quot;width&quot;:421.1}"/>
</p:tagLst>
</file>

<file path=ppt/theme/theme1.xml><?xml version="1.0" encoding="utf-8"?>
<a:theme xmlns:a="http://schemas.openxmlformats.org/drawingml/2006/main" name="Office 主题​​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C8B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309481"/>
      </a:accent6>
      <a:hlink>
        <a:srgbClr val="0563C1"/>
      </a:hlink>
      <a:folHlink>
        <a:srgbClr val="954F72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1472</Words>
  <Application>Microsoft Office PowerPoint</Application>
  <PresentationFormat>宽屏</PresentationFormat>
  <Paragraphs>313</Paragraphs>
  <Slides>29</Slides>
  <Notes>5</Notes>
  <HiddenSlides>0</HiddenSlides>
  <MMClips>3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5" baseType="lpstr">
      <vt:lpstr>微软雅黑</vt:lpstr>
      <vt:lpstr>Arial</vt:lpstr>
      <vt:lpstr>Calibri</vt:lpstr>
      <vt:lpstr>Cambria Math</vt:lpstr>
      <vt:lpstr>Wingdings</vt:lpstr>
      <vt:lpstr>Office 主题​​</vt:lpstr>
      <vt:lpstr>顶点课程期末答辩</vt:lpstr>
      <vt:lpstr>目录</vt:lpstr>
      <vt:lpstr>1 研究背景与意义</vt:lpstr>
      <vt:lpstr>目录</vt:lpstr>
      <vt:lpstr>2.1 研究目标 </vt:lpstr>
      <vt:lpstr>2.2 研究思路 </vt:lpstr>
      <vt:lpstr>目录</vt:lpstr>
      <vt:lpstr>3.1 系统总体设计</vt:lpstr>
      <vt:lpstr>3.2 系统具体实现</vt:lpstr>
      <vt:lpstr>3.2 系统具体实现</vt:lpstr>
      <vt:lpstr>3.2 系统具体实现 </vt:lpstr>
      <vt:lpstr>3.2 系统具体实现 </vt:lpstr>
      <vt:lpstr>3.2 系统具体实现  </vt:lpstr>
      <vt:lpstr>3.2 系统具体实现</vt:lpstr>
      <vt:lpstr>3.2 系统具体实现</vt:lpstr>
      <vt:lpstr>3.2 系统具体实现</vt:lpstr>
      <vt:lpstr>3.2 系统具体实现</vt:lpstr>
      <vt:lpstr>3.2 系统具体实现</vt:lpstr>
      <vt:lpstr>3.2 系统具体实现</vt:lpstr>
      <vt:lpstr>3.2 系统具体实现</vt:lpstr>
      <vt:lpstr>3.2 系统具体实现</vt:lpstr>
      <vt:lpstr>3.2 系统具体实现</vt:lpstr>
      <vt:lpstr>3.3 项目进展路线图</vt:lpstr>
      <vt:lpstr>3.4 项目分工</vt:lpstr>
      <vt:lpstr>3.5 目标达成情况对照表</vt:lpstr>
      <vt:lpstr>目录</vt:lpstr>
      <vt:lpstr>4.1 总结与展望</vt:lpstr>
      <vt:lpstr>4.2 相关课程支撑目标情况</vt:lpstr>
      <vt:lpstr>4.3 课程建议与意见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Yingjie Qi</dc:creator>
  <cp:lastModifiedBy>逸舸 杨</cp:lastModifiedBy>
  <cp:revision>736</cp:revision>
  <dcterms:created xsi:type="dcterms:W3CDTF">2021-12-28T08:11:00Z</dcterms:created>
  <dcterms:modified xsi:type="dcterms:W3CDTF">2026-01-07T15:14:39Z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E51E9FDF5F6446B6AF3371E1F3C11C56_12</vt:lpwstr>
  </property>
  <property fmtid="{D5CDD505-2E9C-101B-9397-08002B2CF9AE}" pid="3" name="KSOProductBuildVer">
    <vt:lpwstr>2052-12.1.0.24034</vt:lpwstr>
  </property>
</Properties>
</file>