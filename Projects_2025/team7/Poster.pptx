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14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5"/>
    <p:restoredTop sz="94386"/>
  </p:normalViewPr>
  <p:slideViewPr>
    <p:cSldViewPr snapToGrid="0" snapToObjects="1">
      <p:cViewPr varScale="1">
        <p:scale>
          <a:sx n="142" d="100"/>
          <a:sy n="142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3D08C-20A3-F343-BC9D-9A27A8C414B1}" type="datetimeFigureOut">
              <a:t>2026/1/7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35DB4-A0C3-8141-BEC7-55E343A49AF4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28155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35DB4-A0C3-8141-BEC7-55E343A49AF4}" type="slidenum"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36755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3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3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51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2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58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1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29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52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7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04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EE69-2E78-1945-BC16-4D31710F65BA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8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BEE69-2E78-1945-BC16-4D31710F65BA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657D0-87E6-174D-9BF4-DAEBE1257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15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9CD55D-2D95-A662-5E78-97E4815F9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blue and white llama toy&#10;&#10;AI-generated content may be incorrect.">
            <a:extLst>
              <a:ext uri="{FF2B5EF4-FFF2-40B4-BE49-F238E27FC236}">
                <a16:creationId xmlns:a16="http://schemas.microsoft.com/office/drawing/2014/main" id="{4821C947-A11B-4E72-4795-5AC38EDDC9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" b="9090"/>
          <a:stretch>
            <a:fillRect/>
          </a:stretch>
        </p:blipFill>
        <p:spPr>
          <a:xfrm>
            <a:off x="20" y="1282"/>
            <a:ext cx="12191980" cy="62332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2553B8-F64C-2C4E-008A-14CCCCE98A39}"/>
              </a:ext>
            </a:extLst>
          </p:cNvPr>
          <p:cNvSpPr txBox="1"/>
          <p:nvPr/>
        </p:nvSpPr>
        <p:spPr>
          <a:xfrm>
            <a:off x="227401" y="242739"/>
            <a:ext cx="48314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LlamaBot – llama.cpp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run on Xiaomi 14 locally</a:t>
            </a:r>
            <a:endParaRPr lang="en-US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2F8F55-0D00-FE15-58DC-ACF75F38D1AA}"/>
              </a:ext>
            </a:extLst>
          </p:cNvPr>
          <p:cNvSpPr txBox="1"/>
          <p:nvPr/>
        </p:nvSpPr>
        <p:spPr>
          <a:xfrm>
            <a:off x="225877" y="1111133"/>
            <a:ext cx="1378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Yang Rongjin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0C2E40B-112B-3994-B4A7-B59281776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951" y="242739"/>
            <a:ext cx="4773813" cy="2628526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2" name="Picture 31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66D6F177-C6C5-6EAC-7FD6-38826CED79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430" y="2253293"/>
            <a:ext cx="1850261" cy="411683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31" name="Picture 30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7B70E140-EBAF-6A68-277D-F3F8D1095E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139" y="2253293"/>
            <a:ext cx="1850261" cy="411683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B45FC9-4521-7CB4-F081-38631E17461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092" t="8443" r="3901" b="-336"/>
          <a:stretch>
            <a:fillRect/>
          </a:stretch>
        </p:blipFill>
        <p:spPr>
          <a:xfrm>
            <a:off x="250236" y="1630054"/>
            <a:ext cx="612305" cy="623239"/>
          </a:xfrm>
          <a:prstGeom prst="ellipse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C57123A-3CDE-653E-1FD9-D89D47BF79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7951" y="3266631"/>
            <a:ext cx="2276632" cy="13561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5138B57-3CFD-5360-88B1-5D34B74D28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0147" y="3266632"/>
            <a:ext cx="2341617" cy="13561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05DD0BE-E4B7-0FC9-0930-8B1EAC3578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0147" y="4814359"/>
            <a:ext cx="2341616" cy="14201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9C9828E-50E0-A0D0-0033-542451E0903A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67951" y="4814359"/>
            <a:ext cx="2217020" cy="13561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  <a:softEdge rad="0"/>
          </a:effec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87C62E9-B961-66B9-946E-186FA85F9C0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7021042" y="5361740"/>
            <a:ext cx="152529" cy="62706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9FE3FE5-BE68-0DC1-561F-074BBD68BD91}"/>
              </a:ext>
            </a:extLst>
          </p:cNvPr>
          <p:cNvSpPr txBox="1"/>
          <p:nvPr/>
        </p:nvSpPr>
        <p:spPr>
          <a:xfrm>
            <a:off x="6433512" y="4796676"/>
            <a:ext cx="1487908" cy="1326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</a:pPr>
            <a:r>
              <a:rPr lang="en-CN" sz="6100" b="1">
                <a:latin typeface="+mn-ea"/>
              </a:rPr>
              <a:t>Bot</a:t>
            </a:r>
          </a:p>
        </p:txBody>
      </p:sp>
    </p:spTree>
    <p:extLst>
      <p:ext uri="{BB962C8B-B14F-4D97-AF65-F5344CB8AC3E}">
        <p14:creationId xmlns:p14="http://schemas.microsoft.com/office/powerpoint/2010/main" val="2979063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14</Words>
  <Application>Microsoft Macintosh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BoleiZhou</dc:creator>
  <cp:lastModifiedBy>e99384</cp:lastModifiedBy>
  <cp:revision>26</cp:revision>
  <dcterms:created xsi:type="dcterms:W3CDTF">2016-06-16T04:05:27Z</dcterms:created>
  <dcterms:modified xsi:type="dcterms:W3CDTF">2026-01-06T23:02:29Z</dcterms:modified>
</cp:coreProperties>
</file>